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autoCompressPictures="0">
  <p:sldMasterIdLst>
    <p:sldMasterId id="2147483648" r:id="rId4"/>
  </p:sldMasterIdLst>
  <p:notesMasterIdLst>
    <p:notesMasterId r:id="rId37"/>
  </p:notesMasterIdLst>
  <p:handoutMasterIdLst>
    <p:handoutMasterId r:id="rId38"/>
  </p:handoutMasterIdLst>
  <p:sldIdLst>
    <p:sldId id="256" r:id="rId5"/>
    <p:sldId id="286" r:id="rId6"/>
    <p:sldId id="287" r:id="rId7"/>
    <p:sldId id="257" r:id="rId8"/>
    <p:sldId id="290" r:id="rId9"/>
    <p:sldId id="291" r:id="rId10"/>
    <p:sldId id="292" r:id="rId11"/>
    <p:sldId id="293" r:id="rId12"/>
    <p:sldId id="294" r:id="rId13"/>
    <p:sldId id="295" r:id="rId14"/>
    <p:sldId id="296" r:id="rId15"/>
    <p:sldId id="297" r:id="rId16"/>
    <p:sldId id="298" r:id="rId17"/>
    <p:sldId id="299" r:id="rId18"/>
    <p:sldId id="300" r:id="rId19"/>
    <p:sldId id="301" r:id="rId20"/>
    <p:sldId id="303" r:id="rId21"/>
    <p:sldId id="304" r:id="rId22"/>
    <p:sldId id="305" r:id="rId23"/>
    <p:sldId id="306" r:id="rId24"/>
    <p:sldId id="289" r:id="rId25"/>
    <p:sldId id="307" r:id="rId26"/>
    <p:sldId id="308" r:id="rId27"/>
    <p:sldId id="312" r:id="rId28"/>
    <p:sldId id="313" r:id="rId29"/>
    <p:sldId id="314" r:id="rId30"/>
    <p:sldId id="315" r:id="rId31"/>
    <p:sldId id="311" r:id="rId32"/>
    <p:sldId id="316" r:id="rId33"/>
    <p:sldId id="317" r:id="rId34"/>
    <p:sldId id="309" r:id="rId35"/>
    <p:sldId id="310"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03350"/>
    <a:srgbClr val="0C4360"/>
    <a:srgbClr val="1B6872"/>
    <a:srgbClr val="63B7C6"/>
    <a:srgbClr val="002136"/>
    <a:srgbClr val="0C75AC"/>
    <a:srgbClr val="00243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73" autoAdjust="0"/>
    <p:restoredTop sz="94660"/>
  </p:normalViewPr>
  <p:slideViewPr>
    <p:cSldViewPr snapToGrid="0" showGuides="1">
      <p:cViewPr varScale="1">
        <p:scale>
          <a:sx n="83" d="100"/>
          <a:sy n="83" d="100"/>
        </p:scale>
        <p:origin x="475" y="67"/>
      </p:cViewPr>
      <p:guideLst>
        <p:guide orient="horz" pos="2160"/>
        <p:guide pos="3840"/>
      </p:guideLst>
    </p:cSldViewPr>
  </p:slideViewPr>
  <p:notesTextViewPr>
    <p:cViewPr>
      <p:scale>
        <a:sx n="1" d="1"/>
        <a:sy n="1" d="1"/>
      </p:scale>
      <p:origin x="0" y="0"/>
    </p:cViewPr>
  </p:notesTextViewPr>
  <p:notesViewPr>
    <p:cSldViewPr snapToGrid="0">
      <p:cViewPr varScale="1">
        <p:scale>
          <a:sx n="84" d="100"/>
          <a:sy n="84" d="100"/>
        </p:scale>
        <p:origin x="3828" y="9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presProps" Target="presProps.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CA5457B-CDAE-4DEB-AEC8-C82DE2312E37}" type="datetimeFigureOut">
              <a:rPr lang="en-US" smtClean="0"/>
              <a:t>6/12/2025</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831430A-4AA4-45C8-AC23-CD6B61C41A4C}" type="slidenum">
              <a:rPr lang="en-US" smtClean="0"/>
              <a:t>‹#›</a:t>
            </a:fld>
            <a:endParaRPr lang="en-US" dirty="0"/>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0B78EA-28CE-41D8-9043-90E391E5F567}" type="datetimeFigureOut">
              <a:rPr lang="en-US" noProof="0" smtClean="0"/>
              <a:t>6/12/2025</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34D747-9380-41EE-9946-EC9EC0CA5D1E}" type="slidenum">
              <a:rPr lang="en-US" noProof="0" smtClean="0"/>
              <a:t>‹#›</a:t>
            </a:fld>
            <a:endParaRPr lang="en-US" noProof="0"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7C08713-31CE-4670-B026-3D05A756C42A}" type="slidenum">
              <a:rPr lang="en-US" smtClean="0">
                <a:solidFill>
                  <a:prstClr val="black"/>
                </a:solidFill>
              </a:rPr>
              <a:t>5</a:t>
            </a:fld>
            <a:endParaRPr lang="en-US">
              <a:solidFill>
                <a:prstClr val="black"/>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p:spPr>
        <p:txBody>
          <a:bodyPr/>
          <a:lstStyle/>
          <a:p>
            <a:fld id="{CC768BCF-B8D7-4D4F-87F4-CD592B29B9A7}" type="slidenum">
              <a:rPr lang="en-US" smtClean="0"/>
              <a:t>10</a:t>
            </a:fld>
            <a:endParaRPr lang="en-US"/>
          </a:p>
        </p:txBody>
      </p:sp>
      <p:sp>
        <p:nvSpPr>
          <p:cNvPr id="60419" name="Rectangle 2"/>
          <p:cNvSpPr>
            <a:spLocks noGrp="1" noRot="1" noChangeAspect="1" noChangeArrowheads="1" noTextEdit="1"/>
          </p:cNvSpPr>
          <p:nvPr>
            <p:ph type="sldImg"/>
          </p:nvPr>
        </p:nvSpPr>
        <p:spPr/>
      </p:sp>
      <p:sp>
        <p:nvSpPr>
          <p:cNvPr id="60420" name="Rectangle 3"/>
          <p:cNvSpPr>
            <a:spLocks noGrp="1" noChangeArrowheads="1"/>
          </p:cNvSpPr>
          <p:nvPr>
            <p:ph type="body" idx="1"/>
          </p:nvPr>
        </p:nvSpPr>
        <p:spPr>
          <a:noFill/>
        </p:spPr>
        <p:txBody>
          <a:bodyPr/>
          <a:lstStyle/>
          <a:p>
            <a:pPr eaLnBrk="1" hangingPunct="1"/>
            <a:r>
              <a:rPr lang="en-US"/>
              <a:t>Emphasize the idea that a computer file system stores data in independent, unrelated files on disk. The sharing, security and integrity of the data can't be enforced efficiently because of data dependence and data redundancy problems.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p:spPr>
        <p:txBody>
          <a:bodyPr/>
          <a:lstStyle/>
          <a:p>
            <a:fld id="{7D0D97A9-6164-43D7-BBA4-01EF5FEA39A7}" type="slidenum">
              <a:rPr lang="en-US" smtClean="0"/>
              <a:t>12</a:t>
            </a:fld>
            <a:endParaRPr lang="en-US"/>
          </a:p>
        </p:txBody>
      </p:sp>
      <p:sp>
        <p:nvSpPr>
          <p:cNvPr id="61443" name="Rectangle 2"/>
          <p:cNvSpPr>
            <a:spLocks noGrp="1" noRot="1" noChangeAspect="1" noChangeArrowheads="1" noTextEdit="1"/>
          </p:cNvSpPr>
          <p:nvPr>
            <p:ph type="sldImg"/>
          </p:nvPr>
        </p:nvSpPr>
        <p:spPr>
          <a:xfrm>
            <a:off x="393700" y="693738"/>
            <a:ext cx="6070600" cy="3414712"/>
          </a:xfrm>
        </p:spPr>
      </p:sp>
      <p:sp>
        <p:nvSpPr>
          <p:cNvPr id="61444" name="Rectangle 3"/>
          <p:cNvSpPr>
            <a:spLocks noGrp="1" noChangeArrowheads="1"/>
          </p:cNvSpPr>
          <p:nvPr>
            <p:ph type="body" idx="1"/>
          </p:nvPr>
        </p:nvSpPr>
        <p:spPr>
          <a:xfrm>
            <a:off x="914400" y="4343400"/>
            <a:ext cx="5029200" cy="4114800"/>
          </a:xfrm>
          <a:noFill/>
        </p:spPr>
        <p:txBody>
          <a:bodyPr lIns="91433" tIns="45716" rIns="91433" bIns="45716"/>
          <a:lstStyle/>
          <a:p>
            <a:pPr eaLnBrk="1" hangingPunct="1"/>
            <a:r>
              <a:rPr lang="en-US" dirty="0"/>
              <a:t>Same data in two different place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p:spPr>
        <p:txBody>
          <a:bodyPr/>
          <a:lstStyle/>
          <a:p>
            <a:fld id="{C0627671-A50D-4E8A-AFAF-2D6CD13A2452}" type="slidenum">
              <a:rPr lang="en-US" smtClean="0"/>
              <a:t>13</a:t>
            </a:fld>
            <a:endParaRPr lang="en-US"/>
          </a:p>
        </p:txBody>
      </p:sp>
      <p:sp>
        <p:nvSpPr>
          <p:cNvPr id="62467" name="Rectangle 2"/>
          <p:cNvSpPr>
            <a:spLocks noGrp="1" noRot="1" noChangeAspect="1" noChangeArrowheads="1" noTextEdit="1"/>
          </p:cNvSpPr>
          <p:nvPr>
            <p:ph type="sldImg"/>
          </p:nvPr>
        </p:nvSpPr>
        <p:spPr>
          <a:xfrm>
            <a:off x="393700" y="693738"/>
            <a:ext cx="6070600" cy="3414712"/>
          </a:xfrm>
        </p:spPr>
      </p:sp>
      <p:sp>
        <p:nvSpPr>
          <p:cNvPr id="62468" name="Rectangle 3"/>
          <p:cNvSpPr>
            <a:spLocks noGrp="1" noChangeArrowheads="1"/>
          </p:cNvSpPr>
          <p:nvPr>
            <p:ph type="body" idx="1"/>
          </p:nvPr>
        </p:nvSpPr>
        <p:spPr>
          <a:xfrm>
            <a:off x="914400" y="4343400"/>
            <a:ext cx="5029200" cy="4114800"/>
          </a:xfrm>
          <a:noFill/>
        </p:spPr>
        <p:txBody>
          <a:bodyPr lIns="91433" tIns="45716" rIns="91433" bIns="45716"/>
          <a:lstStyle/>
          <a:p>
            <a:pPr eaLnBrk="1" hangingPunct="1">
              <a:spcBef>
                <a:spcPct val="0"/>
              </a:spcBef>
            </a:pPr>
            <a:r>
              <a:rPr lang="en-US"/>
              <a:t>This diagram shows two departments sales and leases with each department having their own set of files and programs written for them.  The really important point about this is that the physical structure and storage of the data files are defined in the program code.</a:t>
            </a:r>
          </a:p>
          <a:p>
            <a:pPr eaLnBrk="1" hangingPunct="1">
              <a:spcBef>
                <a:spcPct val="0"/>
              </a:spcBef>
            </a:pPr>
            <a:r>
              <a:rPr lang="en-US"/>
              <a:t>E.g. COBOL - data is defined in the data section of the program</a:t>
            </a:r>
          </a:p>
          <a:p>
            <a:pPr eaLnBrk="1" hangingPunct="1"/>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p:spPr>
        <p:txBody>
          <a:bodyPr/>
          <a:lstStyle/>
          <a:p>
            <a:fld id="{029C3621-D507-47AB-9E96-93206198B993}" type="slidenum">
              <a:rPr lang="en-US" smtClean="0"/>
              <a:t>14</a:t>
            </a:fld>
            <a:endParaRPr lang="en-US"/>
          </a:p>
        </p:txBody>
      </p:sp>
      <p:sp>
        <p:nvSpPr>
          <p:cNvPr id="63491" name="Rectangle 2"/>
          <p:cNvSpPr>
            <a:spLocks noGrp="1" noRot="1" noChangeAspect="1" noChangeArrowheads="1" noTextEdit="1"/>
          </p:cNvSpPr>
          <p:nvPr>
            <p:ph type="sldImg"/>
          </p:nvPr>
        </p:nvSpPr>
        <p:spPr>
          <a:xfrm>
            <a:off x="393700" y="693738"/>
            <a:ext cx="6070600" cy="3414712"/>
          </a:xfrm>
        </p:spPr>
      </p:sp>
      <p:sp>
        <p:nvSpPr>
          <p:cNvPr id="63492" name="Rectangle 3"/>
          <p:cNvSpPr>
            <a:spLocks noGrp="1" noChangeArrowheads="1"/>
          </p:cNvSpPr>
          <p:nvPr>
            <p:ph type="body" idx="1"/>
          </p:nvPr>
        </p:nvSpPr>
        <p:spPr>
          <a:xfrm>
            <a:off x="914400" y="4343400"/>
            <a:ext cx="5029200" cy="4114800"/>
          </a:xfrm>
          <a:noFill/>
        </p:spPr>
        <p:txBody>
          <a:bodyPr lIns="91433" tIns="45716" rIns="91433" bIns="45716"/>
          <a:lstStyle/>
          <a:p>
            <a:pPr eaLnBrk="1" hangingPunct="1">
              <a:spcBef>
                <a:spcPct val="0"/>
              </a:spcBef>
            </a:pPr>
            <a:r>
              <a:rPr lang="en-US"/>
              <a:t>This diagram shows two departments sales and leases with each department having their own set of files and programs written for them.  The really important point about this is that the physical structure and storage of the data files are defined in the program code.</a:t>
            </a:r>
          </a:p>
          <a:p>
            <a:pPr eaLnBrk="1" hangingPunct="1">
              <a:spcBef>
                <a:spcPct val="0"/>
              </a:spcBef>
            </a:pPr>
            <a:r>
              <a:rPr lang="en-US"/>
              <a:t>E.g. COBOL - data is defined in the data section of the program</a:t>
            </a:r>
          </a:p>
          <a:p>
            <a:pPr eaLnBrk="1" hangingPunct="1"/>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p:spPr>
        <p:txBody>
          <a:bodyPr/>
          <a:lstStyle/>
          <a:p>
            <a:fld id="{E4541122-9DAC-4416-A6B0-BFE8676BE2C9}" type="slidenum">
              <a:rPr lang="en-US" smtClean="0"/>
              <a:t>20</a:t>
            </a:fld>
            <a:endParaRPr lang="en-US" dirty="0"/>
          </a:p>
        </p:txBody>
      </p:sp>
      <p:sp>
        <p:nvSpPr>
          <p:cNvPr id="70659" name="Rectangle 2"/>
          <p:cNvSpPr>
            <a:spLocks noGrp="1" noRot="1" noChangeAspect="1" noChangeArrowheads="1" noTextEdit="1"/>
          </p:cNvSpPr>
          <p:nvPr>
            <p:ph type="sldImg"/>
          </p:nvPr>
        </p:nvSpPr>
        <p:spPr>
          <a:xfrm>
            <a:off x="393700" y="693738"/>
            <a:ext cx="6070600" cy="3414712"/>
          </a:xfrm>
        </p:spPr>
      </p:sp>
      <p:sp>
        <p:nvSpPr>
          <p:cNvPr id="70660" name="Rectangle 3"/>
          <p:cNvSpPr>
            <a:spLocks noGrp="1" noChangeArrowheads="1"/>
          </p:cNvSpPr>
          <p:nvPr>
            <p:ph type="body" idx="1"/>
          </p:nvPr>
        </p:nvSpPr>
        <p:spPr>
          <a:xfrm>
            <a:off x="914400" y="4343400"/>
            <a:ext cx="5029200" cy="4114800"/>
          </a:xfrm>
          <a:noFill/>
        </p:spPr>
        <p:txBody>
          <a:bodyPr lIns="91433" tIns="45716" rIns="91433" bIns="45716"/>
          <a:lstStyle/>
          <a:p>
            <a:pPr eaLnBrk="1" hangingPunct="1"/>
            <a:r>
              <a:rPr lang="en-US" b="1" dirty="0"/>
              <a:t>Supermarkets - </a:t>
            </a:r>
            <a:r>
              <a:rPr lang="en-US" dirty="0"/>
              <a:t>When you go to do your shopping its usual that a database is accessed.  The checkout assistant runs a barcode over your purchases.  This is linked to a database which uses the bar code to find out the price of the item from a products database.  Then it will reduce the number of items in stock by 1</a:t>
            </a:r>
          </a:p>
          <a:p>
            <a:pPr eaLnBrk="1" hangingPunct="1"/>
            <a:r>
              <a:rPr lang="en-US" dirty="0"/>
              <a:t>Insurance - When you buy car insurance, the broker may access several different databases to find the best price for you</a:t>
            </a:r>
          </a:p>
          <a:p>
            <a:pPr eaLnBrk="1" hangingPunct="1"/>
            <a:r>
              <a:rPr lang="en-US" dirty="0"/>
              <a:t>Credit cards - Whenever you buy goods using a credit card the assistant may check that you have sufficient credit  etc.</a:t>
            </a:r>
          </a:p>
          <a:p>
            <a:pPr eaLnBrk="1" hangingPunct="1"/>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p:spPr>
        <p:txBody>
          <a:bodyPr/>
          <a:lstStyle/>
          <a:p>
            <a:fld id="{116DCF41-C4A8-4066-AD52-257CA8089B10}" type="slidenum">
              <a:rPr lang="en-US" smtClean="0"/>
              <a:t>27</a:t>
            </a:fld>
            <a:endParaRPr lang="en-US"/>
          </a:p>
        </p:txBody>
      </p:sp>
      <p:sp>
        <p:nvSpPr>
          <p:cNvPr id="71683" name="Rectangle 2"/>
          <p:cNvSpPr>
            <a:spLocks noGrp="1" noRot="1" noChangeAspect="1" noChangeArrowheads="1" noTextEdit="1"/>
          </p:cNvSpPr>
          <p:nvPr>
            <p:ph type="sldImg"/>
          </p:nvPr>
        </p:nvSpPr>
        <p:spPr/>
      </p:sp>
      <p:sp>
        <p:nvSpPr>
          <p:cNvPr id="71684" name="Rectangle 3"/>
          <p:cNvSpPr>
            <a:spLocks noGrp="1" noChangeArrowheads="1"/>
          </p:cNvSpPr>
          <p:nvPr>
            <p:ph type="body" idx="1"/>
          </p:nvPr>
        </p:nvSpPr>
        <p:spPr>
          <a:noFill/>
        </p:spPr>
        <p:txBody>
          <a:bodyPr/>
          <a:lstStyle/>
          <a:p>
            <a:pPr eaLnBrk="1" hangingPunct="1"/>
            <a:r>
              <a:rPr lang="en-US"/>
              <a:t>Direct the students' attention to the text's Section 1.4, then discuss how the DBMS functions address each of the file system's problems. Emphasize that a proper database system eliminates data dependence and improves data integrity by minimizing data redundancy. </a:t>
            </a:r>
            <a:r>
              <a:rPr lang="en-US" i="1"/>
              <a:t>Especially</a:t>
            </a:r>
            <a:r>
              <a:rPr lang="en-US"/>
              <a:t> note that the good database </a:t>
            </a:r>
            <a:r>
              <a:rPr lang="en-US" i="1"/>
              <a:t>design</a:t>
            </a:r>
            <a:r>
              <a:rPr lang="en-US"/>
              <a:t> is the key to reaping the rewards of a proper database system. Remind the students that the best programmers and applications developers cannot rescue a database system from the effects of poor database design. (Just as hiring the best bricklayers will not produce a good house from a poor blueprint.)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 name="Rectangle 20"/>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7" name="Group 6"/>
          <p:cNvGrpSpPr/>
          <p:nvPr userDrawn="1"/>
        </p:nvGrpSpPr>
        <p:grpSpPr>
          <a:xfrm>
            <a:off x="-1604709" y="-3756"/>
            <a:ext cx="13796710" cy="6861756"/>
            <a:chOff x="-1604709" y="-3756"/>
            <a:chExt cx="13796710" cy="6861756"/>
          </a:xfrm>
        </p:grpSpPr>
        <p:grpSp>
          <p:nvGrpSpPr>
            <p:cNvPr id="8" name="Group 7"/>
            <p:cNvGrpSpPr/>
            <p:nvPr/>
          </p:nvGrpSpPr>
          <p:grpSpPr>
            <a:xfrm>
              <a:off x="-16298" y="0"/>
              <a:ext cx="12208299" cy="6858000"/>
              <a:chOff x="-16298" y="0"/>
              <a:chExt cx="12208299" cy="6858000"/>
            </a:xfrm>
          </p:grpSpPr>
          <p:sp>
            <p:nvSpPr>
              <p:cNvPr id="15" name="Freeform: Shape 14"/>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Right Triangle 16"/>
              <p:cNvSpPr/>
              <p:nvPr/>
            </p:nvSpPr>
            <p:spPr>
              <a:xfrm rot="16200000" flipH="1" flipV="1">
                <a:off x="24625" y="-4746"/>
                <a:ext cx="2819399" cy="2828891"/>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ight Triangle 17"/>
              <p:cNvSpPr/>
              <p:nvPr/>
            </p:nvSpPr>
            <p:spPr>
              <a:xfrm rot="16200000" flipH="1" flipV="1">
                <a:off x="4418" y="-4422"/>
                <a:ext cx="2627088" cy="263593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ight Triangle 18"/>
              <p:cNvSpPr/>
              <p:nvPr/>
            </p:nvSpPr>
            <p:spPr>
              <a:xfrm rot="16200000" flipH="1" flipV="1">
                <a:off x="-12263" y="-4034"/>
                <a:ext cx="2397087" cy="2405158"/>
              </a:xfrm>
              <a:prstGeom prst="rtTriangle">
                <a:avLst/>
              </a:prstGeom>
              <a:solidFill>
                <a:schemeClr val="accent2">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9" name="Freeform: Shape 12"/>
            <p:cNvSpPr/>
            <p:nvPr/>
          </p:nvSpPr>
          <p:spPr>
            <a:xfrm rot="18900000" flipH="1">
              <a:off x="-1604709" y="1397837"/>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p:cNvSpPr/>
            <p:nvPr/>
          </p:nvSpPr>
          <p:spPr>
            <a:xfrm rot="18900000">
              <a:off x="-861777" y="-3756"/>
              <a:ext cx="2676646" cy="1356876"/>
            </a:xfrm>
            <a:custGeom>
              <a:avLst/>
              <a:gdLst>
                <a:gd name="connsiteX0" fmla="*/ 1319770 w 2676646"/>
                <a:gd name="connsiteY0" fmla="*/ 0 h 1356876"/>
                <a:gd name="connsiteX1" fmla="*/ 2676646 w 2676646"/>
                <a:gd name="connsiteY1" fmla="*/ 1356876 h 1356876"/>
                <a:gd name="connsiteX2" fmla="*/ 0 w 2676646"/>
                <a:gd name="connsiteY2" fmla="*/ 1356876 h 1356876"/>
                <a:gd name="connsiteX3" fmla="*/ 0 w 2676646"/>
                <a:gd name="connsiteY3" fmla="*/ 1319770 h 1356876"/>
              </a:gdLst>
              <a:ahLst/>
              <a:cxnLst>
                <a:cxn ang="0">
                  <a:pos x="connsiteX0" y="connsiteY0"/>
                </a:cxn>
                <a:cxn ang="0">
                  <a:pos x="connsiteX1" y="connsiteY1"/>
                </a:cxn>
                <a:cxn ang="0">
                  <a:pos x="connsiteX2" y="connsiteY2"/>
                </a:cxn>
                <a:cxn ang="0">
                  <a:pos x="connsiteX3" y="connsiteY3"/>
                </a:cxn>
              </a:cxnLst>
              <a:rect l="l" t="t" r="r" b="b"/>
              <a:pathLst>
                <a:path w="2676646" h="1356876">
                  <a:moveTo>
                    <a:pt x="1319770" y="0"/>
                  </a:moveTo>
                  <a:lnTo>
                    <a:pt x="2676646" y="1356876"/>
                  </a:lnTo>
                  <a:lnTo>
                    <a:pt x="0" y="1356876"/>
                  </a:lnTo>
                  <a:lnTo>
                    <a:pt x="0" y="1319770"/>
                  </a:lnTo>
                  <a:close/>
                </a:path>
              </a:pathLst>
            </a:custGeom>
            <a:pattFill prst="wdUpDiag">
              <a:fgClr>
                <a:schemeClr val="accent2"/>
              </a:fgClr>
              <a:bgClr>
                <a:schemeClr val="accent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1" name="Freeform: Shape 12"/>
            <p:cNvSpPr/>
            <p:nvPr/>
          </p:nvSpPr>
          <p:spPr>
            <a:xfrm rot="13500000">
              <a:off x="-1226102" y="1737462"/>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12" name="Group 11"/>
            <p:cNvGrpSpPr/>
            <p:nvPr/>
          </p:nvGrpSpPr>
          <p:grpSpPr>
            <a:xfrm>
              <a:off x="-760406" y="4672937"/>
              <a:ext cx="1520812" cy="1520812"/>
              <a:chOff x="-1604709" y="3012880"/>
              <a:chExt cx="3211378" cy="3211378"/>
            </a:xfrm>
          </p:grpSpPr>
          <p:sp>
            <p:nvSpPr>
              <p:cNvPr id="13" name="Freeform: Shape 12"/>
              <p:cNvSpPr/>
              <p:nvPr/>
            </p:nvSpPr>
            <p:spPr>
              <a:xfrm rot="18900000" flipH="1">
                <a:off x="-1604709" y="3012880"/>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2"/>
              <p:cNvSpPr/>
              <p:nvPr/>
            </p:nvSpPr>
            <p:spPr>
              <a:xfrm rot="13500000">
                <a:off x="-1226102" y="3352505"/>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sp>
        <p:nvSpPr>
          <p:cNvPr id="2" name="Title 1"/>
          <p:cNvSpPr>
            <a:spLocks noGrp="1"/>
          </p:cNvSpPr>
          <p:nvPr>
            <p:ph type="ctrTitle" hasCustomPrompt="1"/>
          </p:nvPr>
        </p:nvSpPr>
        <p:spPr>
          <a:xfrm>
            <a:off x="2761488" y="2395728"/>
            <a:ext cx="7077456" cy="1243584"/>
          </a:xfrm>
        </p:spPr>
        <p:txBody>
          <a:bodyPr vert="horz" lIns="91440" tIns="45720" rIns="91440" bIns="45720" rtlCol="0" anchor="b">
            <a:noAutofit/>
          </a:bodyPr>
          <a:lstStyle>
            <a:lvl1pPr>
              <a:defRPr lang="en-GB" sz="6600" b="1" dirty="0">
                <a:solidFill>
                  <a:schemeClr val="accent2"/>
                </a:solidFill>
                <a:latin typeface="+mj-lt"/>
                <a:ea typeface="Tahoma" panose="020B0604030504040204" pitchFamily="34" charset="0"/>
                <a:cs typeface="Tahoma" panose="020B0604030504040204" pitchFamily="34" charset="0"/>
              </a:defRPr>
            </a:lvl1pPr>
          </a:lstStyle>
          <a:p>
            <a:pPr lvl="0"/>
            <a:r>
              <a:rPr lang="en-US" noProof="0"/>
              <a:t>TITLE</a:t>
            </a:r>
          </a:p>
        </p:txBody>
      </p:sp>
      <p:sp>
        <p:nvSpPr>
          <p:cNvPr id="3" name="Subtitle 2"/>
          <p:cNvSpPr>
            <a:spLocks noGrp="1"/>
          </p:cNvSpPr>
          <p:nvPr>
            <p:ph type="subTitle" idx="1"/>
          </p:nvPr>
        </p:nvSpPr>
        <p:spPr>
          <a:xfrm>
            <a:off x="2761488" y="3721608"/>
            <a:ext cx="7077456" cy="868680"/>
          </a:xfrm>
        </p:spPr>
        <p:txBody>
          <a:bodyPr vert="horz" lIns="91440" tIns="45720" rIns="91440" bIns="45720" rtlCol="0">
            <a:normAutofit/>
          </a:bodyPr>
          <a:lstStyle>
            <a:lvl1pPr marL="0" indent="0">
              <a:buNone/>
              <a:defRPr lang="en-GB" sz="1800" spc="300" dirty="0">
                <a:solidFill>
                  <a:schemeClr val="bg1"/>
                </a:solidFill>
                <a:latin typeface="+mn-lt"/>
                <a:cs typeface="Arial" panose="020B0604020202020204" pitchFamily="34" charset="0"/>
              </a:defRPr>
            </a:lvl1pPr>
          </a:lstStyle>
          <a:p>
            <a:pPr marL="228600" lvl="0" indent="-228600"/>
            <a:r>
              <a:rPr lang="en-US" noProof="0"/>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Rectangle 6"/>
          <p:cNvSpPr/>
          <p:nvPr userDrawn="1"/>
        </p:nvSpPr>
        <p:spPr>
          <a:xfrm>
            <a:off x="0" y="0"/>
            <a:ext cx="12192000" cy="6858000"/>
          </a:xfrm>
          <a:prstGeom prst="rect">
            <a:avLst/>
          </a:prstGeom>
          <a:solidFill>
            <a:srgbClr val="0C43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p:cNvSpPr/>
          <p:nvPr userDrawn="1"/>
        </p:nvSpPr>
        <p:spPr>
          <a:xfrm>
            <a:off x="0" y="0"/>
            <a:ext cx="12192000" cy="6862745"/>
          </a:xfrm>
          <a:custGeom>
            <a:avLst/>
            <a:gdLst>
              <a:gd name="connsiteX0" fmla="*/ 0 w 12192000"/>
              <a:gd name="connsiteY0" fmla="*/ 0 h 6849743"/>
              <a:gd name="connsiteX1" fmla="*/ 7554712 w 12192000"/>
              <a:gd name="connsiteY1" fmla="*/ 0 h 6849743"/>
              <a:gd name="connsiteX2" fmla="*/ 10266645 w 12192000"/>
              <a:gd name="connsiteY2" fmla="*/ 2711934 h 6849743"/>
              <a:gd name="connsiteX3" fmla="*/ 11289529 w 12192000"/>
              <a:gd name="connsiteY3" fmla="*/ 2711934 h 6849743"/>
              <a:gd name="connsiteX4" fmla="*/ 12191999 w 12192000"/>
              <a:gd name="connsiteY4" fmla="*/ 3614404 h 6849743"/>
              <a:gd name="connsiteX5" fmla="*/ 12192000 w 12192000"/>
              <a:gd name="connsiteY5" fmla="*/ 6849743 h 6849743"/>
              <a:gd name="connsiteX6" fmla="*/ 0 w 12192000"/>
              <a:gd name="connsiteY6" fmla="*/ 6849743 h 6849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849743">
                <a:moveTo>
                  <a:pt x="0" y="0"/>
                </a:moveTo>
                <a:lnTo>
                  <a:pt x="7554712" y="0"/>
                </a:lnTo>
                <a:lnTo>
                  <a:pt x="10266645" y="2711934"/>
                </a:lnTo>
                <a:lnTo>
                  <a:pt x="11289529" y="2711934"/>
                </a:lnTo>
                <a:lnTo>
                  <a:pt x="12191999" y="3614404"/>
                </a:lnTo>
                <a:lnTo>
                  <a:pt x="12192000" y="6849743"/>
                </a:lnTo>
                <a:lnTo>
                  <a:pt x="0" y="6849743"/>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Freeform: Shape 8"/>
          <p:cNvSpPr/>
          <p:nvPr userDrawn="1"/>
        </p:nvSpPr>
        <p:spPr>
          <a:xfrm rot="16200000" flipV="1">
            <a:off x="2626805"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Right Triangle 9"/>
          <p:cNvSpPr/>
          <p:nvPr userDrawn="1"/>
        </p:nvSpPr>
        <p:spPr>
          <a:xfrm rot="5400000" flipV="1">
            <a:off x="5851010" y="-10649"/>
            <a:ext cx="6326154" cy="634745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Freeform: Shape 10"/>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Freeform: Shape 11"/>
          <p:cNvSpPr/>
          <p:nvPr userDrawn="1"/>
        </p:nvSpPr>
        <p:spPr>
          <a:xfrm rot="2700000">
            <a:off x="9668984" y="1404392"/>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3" name="Freeform: Shape 12"/>
          <p:cNvSpPr/>
          <p:nvPr userDrawn="1"/>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4" name="Freeform: Shape 13"/>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5" name="Freeform: Shape 14"/>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nvGrpSpPr>
          <p:cNvPr id="16" name="Group 15"/>
          <p:cNvGrpSpPr/>
          <p:nvPr userDrawn="1"/>
        </p:nvGrpSpPr>
        <p:grpSpPr>
          <a:xfrm rot="16200000">
            <a:off x="431651" y="-917359"/>
            <a:ext cx="1532001" cy="1826463"/>
            <a:chOff x="10800164" y="7142066"/>
            <a:chExt cx="2775293" cy="3308724"/>
          </a:xfrm>
        </p:grpSpPr>
        <p:sp>
          <p:nvSpPr>
            <p:cNvPr id="17" name="Freeform: Shape 16"/>
            <p:cNvSpPr/>
            <p:nvPr/>
          </p:nvSpPr>
          <p:spPr>
            <a:xfrm rot="2700000">
              <a:off x="10800164" y="7675497"/>
              <a:ext cx="2775293"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Freeform: Shape 17"/>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9" name="Group 18"/>
          <p:cNvGrpSpPr/>
          <p:nvPr userDrawn="1"/>
        </p:nvGrpSpPr>
        <p:grpSpPr>
          <a:xfrm rot="16200000">
            <a:off x="1992859" y="-497210"/>
            <a:ext cx="818398" cy="986162"/>
            <a:chOff x="10945855" y="7317026"/>
            <a:chExt cx="2483924" cy="2993104"/>
          </a:xfrm>
        </p:grpSpPr>
        <p:sp>
          <p:nvSpPr>
            <p:cNvPr id="20" name="Freeform: Shape 19"/>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Freeform: Shape 20"/>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 name="Text Placeholder 2"/>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noProof="0"/>
              <a:t>Click to edit Master text styles</a:t>
            </a:r>
          </a:p>
        </p:txBody>
      </p:sp>
      <p:sp>
        <p:nvSpPr>
          <p:cNvPr id="22" name="Slide Number Placeholder 4"/>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t>‹#›</a:t>
            </a:fld>
            <a:endParaRPr lang="en-US" noProof="0" dirty="0"/>
          </a:p>
        </p:txBody>
      </p:sp>
      <p:sp>
        <p:nvSpPr>
          <p:cNvPr id="23" name="Title 1"/>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noProof="0"/>
              <a:t>Section Title 01</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lt Section Header">
    <p:spTree>
      <p:nvGrpSpPr>
        <p:cNvPr id="1" name=""/>
        <p:cNvGrpSpPr/>
        <p:nvPr/>
      </p:nvGrpSpPr>
      <p:grpSpPr>
        <a:xfrm>
          <a:off x="0" y="0"/>
          <a:ext cx="0" cy="0"/>
          <a:chOff x="0" y="0"/>
          <a:chExt cx="0" cy="0"/>
        </a:xfrm>
      </p:grpSpPr>
      <p:sp>
        <p:nvSpPr>
          <p:cNvPr id="22" name="Rectangle 21"/>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Freeform: Shape 33"/>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4" name="Freeform: Shape 23"/>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Freeform: Shape 24"/>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6" name="Group 25"/>
          <p:cNvGrpSpPr/>
          <p:nvPr userDrawn="1"/>
        </p:nvGrpSpPr>
        <p:grpSpPr>
          <a:xfrm>
            <a:off x="9776075" y="2057401"/>
            <a:ext cx="4413559" cy="3934444"/>
            <a:chOff x="9222437" y="1088097"/>
            <a:chExt cx="5433318" cy="4843502"/>
          </a:xfrm>
        </p:grpSpPr>
        <p:sp>
          <p:nvSpPr>
            <p:cNvPr id="27" name="Freeform: Shape 26"/>
            <p:cNvSpPr/>
            <p:nvPr/>
          </p:nvSpPr>
          <p:spPr>
            <a:xfrm rot="2700000">
              <a:off x="9668983" y="1078460"/>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8" name="Freeform: Shape 27"/>
            <p:cNvSpPr/>
            <p:nvPr/>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sp>
        <p:nvSpPr>
          <p:cNvPr id="29" name="Freeform: Shape 28"/>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Shape 29"/>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nvGrpSpPr>
          <p:cNvPr id="31" name="Group 30"/>
          <p:cNvGrpSpPr/>
          <p:nvPr userDrawn="1"/>
        </p:nvGrpSpPr>
        <p:grpSpPr>
          <a:xfrm rot="16200000" flipH="1">
            <a:off x="9913705" y="6257994"/>
            <a:ext cx="1052473" cy="1209445"/>
            <a:chOff x="10800165" y="7142066"/>
            <a:chExt cx="2775293" cy="3189215"/>
          </a:xfrm>
        </p:grpSpPr>
        <p:sp>
          <p:nvSpPr>
            <p:cNvPr id="32" name="Freeform: Shape 31"/>
            <p:cNvSpPr/>
            <p:nvPr/>
          </p:nvSpPr>
          <p:spPr>
            <a:xfrm rot="2700000">
              <a:off x="10800166" y="7555988"/>
              <a:ext cx="2775292"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3" name="Freeform: Shape 32"/>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 name="Title 1"/>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noProof="0"/>
              <a:t>Section Title 01</a:t>
            </a:r>
          </a:p>
        </p:txBody>
      </p:sp>
      <p:sp>
        <p:nvSpPr>
          <p:cNvPr id="3" name="Text Placeholder 2"/>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noProof="0"/>
              <a:t>Click to edit Master text styles</a:t>
            </a:r>
          </a:p>
        </p:txBody>
      </p:sp>
      <p:sp>
        <p:nvSpPr>
          <p:cNvPr id="35" name="Slide Number Placeholder 4"/>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t>‹#›</a:t>
            </a:fld>
            <a:endParaRPr lang="en-US" noProof="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Slide">
    <p:spTree>
      <p:nvGrpSpPr>
        <p:cNvPr id="1" name=""/>
        <p:cNvGrpSpPr/>
        <p:nvPr/>
      </p:nvGrpSpPr>
      <p:grpSpPr>
        <a:xfrm>
          <a:off x="0" y="0"/>
          <a:ext cx="0" cy="0"/>
          <a:chOff x="0" y="0"/>
          <a:chExt cx="0" cy="0"/>
        </a:xfrm>
      </p:grpSpPr>
      <p:sp>
        <p:nvSpPr>
          <p:cNvPr id="22" name="Rectangle 21"/>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Freeform: Shape 33"/>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4" name="Freeform: Shape 23"/>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Freeform: Shape 24"/>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Oval 3"/>
          <p:cNvSpPr/>
          <p:nvPr userDrawn="1"/>
        </p:nvSpPr>
        <p:spPr>
          <a:xfrm>
            <a:off x="533399" y="914400"/>
            <a:ext cx="1944914" cy="1944914"/>
          </a:xfrm>
          <a:prstGeom prst="ellipse">
            <a:avLst/>
          </a:prstGeom>
          <a:solidFill>
            <a:schemeClr val="accent1">
              <a:lumMod val="50000"/>
            </a:schemeClr>
          </a:solidFill>
          <a:ln w="76200">
            <a:solidFill>
              <a:schemeClr val="accent1">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Title 1"/>
          <p:cNvSpPr txBox="1"/>
          <p:nvPr userDrawn="1"/>
        </p:nvSpPr>
        <p:spPr>
          <a:xfrm>
            <a:off x="956993" y="923305"/>
            <a:ext cx="1005115" cy="2859313"/>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lang="en-GB" sz="3600" b="0" i="0" kern="1200" dirty="0">
                <a:solidFill>
                  <a:schemeClr val="bg1"/>
                </a:solidFill>
                <a:latin typeface="Trebuchet MS" panose="020B0603020202020204" pitchFamily="34" charset="0"/>
                <a:ea typeface="+mj-ea"/>
                <a:cs typeface="+mj-cs"/>
              </a:defRPr>
            </a:lvl1pPr>
          </a:lstStyle>
          <a:p>
            <a:pPr algn="ctr"/>
            <a:r>
              <a:rPr lang="en-US" sz="18400" noProof="0" dirty="0">
                <a:solidFill>
                  <a:schemeClr val="accent1">
                    <a:lumMod val="60000"/>
                    <a:lumOff val="40000"/>
                  </a:schemeClr>
                </a:solidFill>
                <a:latin typeface="+mj-lt"/>
              </a:rPr>
              <a:t>“</a:t>
            </a:r>
          </a:p>
        </p:txBody>
      </p:sp>
      <p:sp>
        <p:nvSpPr>
          <p:cNvPr id="2" name="Title 1"/>
          <p:cNvSpPr>
            <a:spLocks noGrp="1"/>
          </p:cNvSpPr>
          <p:nvPr>
            <p:ph type="title" hasCustomPrompt="1"/>
          </p:nvPr>
        </p:nvSpPr>
        <p:spPr>
          <a:xfrm>
            <a:off x="533399" y="3200400"/>
            <a:ext cx="7551057" cy="2859313"/>
          </a:xfrm>
        </p:spPr>
        <p:txBody>
          <a:bodyPr vert="horz" lIns="91440" tIns="45720" rIns="91440" bIns="45720" rtlCol="0" anchor="t">
            <a:normAutofit/>
          </a:bodyPr>
          <a:lstStyle>
            <a:lvl1pPr>
              <a:lnSpc>
                <a:spcPct val="100000"/>
              </a:lnSpc>
              <a:defRPr lang="en-GB" sz="3200" b="0" i="0" dirty="0">
                <a:solidFill>
                  <a:schemeClr val="bg1"/>
                </a:solidFill>
                <a:latin typeface="+mj-lt"/>
              </a:defRPr>
            </a:lvl1pPr>
          </a:lstStyle>
          <a:p>
            <a:pPr lvl="0"/>
            <a:r>
              <a:rPr lang="en-US" noProof="0"/>
              <a:t>Quote</a:t>
            </a:r>
          </a:p>
        </p:txBody>
      </p:sp>
      <p:sp>
        <p:nvSpPr>
          <p:cNvPr id="19" name="Slide Number Placeholder 4"/>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t>‹#›</a:t>
            </a:fld>
            <a:endParaRPr lang="en-US" noProof="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Text">
    <p:bg>
      <p:bgPr>
        <a:solidFill>
          <a:schemeClr val="accent2"/>
        </a:solidFill>
        <a:effectLst/>
      </p:bgPr>
    </p:bg>
    <p:spTree>
      <p:nvGrpSpPr>
        <p:cNvPr id="1" name=""/>
        <p:cNvGrpSpPr/>
        <p:nvPr/>
      </p:nvGrpSpPr>
      <p:grpSpPr>
        <a:xfrm>
          <a:off x="0" y="0"/>
          <a:ext cx="0" cy="0"/>
          <a:chOff x="0" y="0"/>
          <a:chExt cx="0" cy="0"/>
        </a:xfrm>
      </p:grpSpPr>
      <p:sp>
        <p:nvSpPr>
          <p:cNvPr id="11" name="Rectangle 10"/>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8" name="Freeform: Shape 7"/>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sp>
        <p:nvSpPr>
          <p:cNvPr id="5" name="Slide Number Placeholder 4"/>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t>‹#›</a:t>
            </a:fld>
            <a:endParaRPr lang="en-US" noProof="0" dirty="0"/>
          </a:p>
        </p:txBody>
      </p:sp>
      <p:grpSp>
        <p:nvGrpSpPr>
          <p:cNvPr id="15" name="Group 14"/>
          <p:cNvGrpSpPr/>
          <p:nvPr userDrawn="1"/>
        </p:nvGrpSpPr>
        <p:grpSpPr>
          <a:xfrm rot="16200000">
            <a:off x="499388" y="-322655"/>
            <a:ext cx="535531" cy="645309"/>
            <a:chOff x="10945855" y="7317026"/>
            <a:chExt cx="2483924" cy="2993104"/>
          </a:xfrm>
        </p:grpSpPr>
        <p:sp>
          <p:nvSpPr>
            <p:cNvPr id="16" name="Freeform: Shape 15"/>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3" name="Text Placeholder 22"/>
          <p:cNvSpPr>
            <a:spLocks noGrp="1"/>
          </p:cNvSpPr>
          <p:nvPr>
            <p:ph type="body" sz="quarter" idx="13"/>
          </p:nvPr>
        </p:nvSpPr>
        <p:spPr>
          <a:xfrm>
            <a:off x="444500" y="1625385"/>
            <a:ext cx="6718300" cy="4093243"/>
          </a:xfrm>
        </p:spPr>
        <p:txBody>
          <a:bodyPr>
            <a:noAutofit/>
          </a:bodyPr>
          <a:lstStyle>
            <a:lvl1pPr>
              <a:lnSpc>
                <a:spcPct val="100000"/>
              </a:lnSpc>
              <a:spcBef>
                <a:spcPts val="600"/>
              </a:spcBef>
              <a:spcAft>
                <a:spcPts val="400"/>
              </a:spcAft>
              <a:defRPr sz="1600">
                <a:solidFill>
                  <a:schemeClr val="bg1"/>
                </a:solidFill>
                <a:latin typeface="+mn-lt"/>
                <a:cs typeface="Arial" panose="020B0604020202020204" pitchFamily="34" charset="0"/>
              </a:defRPr>
            </a:lvl1pPr>
            <a:lvl2pPr>
              <a:lnSpc>
                <a:spcPct val="100000"/>
              </a:lnSpc>
              <a:spcBef>
                <a:spcPts val="600"/>
              </a:spcBef>
              <a:spcAft>
                <a:spcPts val="400"/>
              </a:spcAft>
              <a:defRPr sz="1400">
                <a:solidFill>
                  <a:schemeClr val="bg1"/>
                </a:solidFill>
                <a:latin typeface="+mn-lt"/>
                <a:cs typeface="Arial" panose="020B0604020202020204" pitchFamily="34" charset="0"/>
              </a:defRPr>
            </a:lvl2pPr>
            <a:lvl3pPr>
              <a:lnSpc>
                <a:spcPct val="100000"/>
              </a:lnSpc>
              <a:spcBef>
                <a:spcPts val="600"/>
              </a:spcBef>
              <a:spcAft>
                <a:spcPts val="400"/>
              </a:spcAft>
              <a:defRPr sz="1200">
                <a:solidFill>
                  <a:schemeClr val="bg1"/>
                </a:solidFill>
                <a:latin typeface="+mn-lt"/>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a:p>
            <a:pPr lvl="1"/>
            <a:r>
              <a:rPr lang="en-US" noProof="0"/>
              <a:t>Second level</a:t>
            </a:r>
          </a:p>
          <a:p>
            <a:pPr lvl="2"/>
            <a:r>
              <a:rPr lang="en-US" noProof="0"/>
              <a:t>Third level</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2"/>
        </a:solidFill>
        <a:effectLst/>
      </p:bgPr>
    </p:bg>
    <p:spTree>
      <p:nvGrpSpPr>
        <p:cNvPr id="1" name=""/>
        <p:cNvGrpSpPr/>
        <p:nvPr/>
      </p:nvGrpSpPr>
      <p:grpSpPr>
        <a:xfrm>
          <a:off x="0" y="0"/>
          <a:ext cx="0" cy="0"/>
          <a:chOff x="0" y="0"/>
          <a:chExt cx="0" cy="0"/>
        </a:xfrm>
      </p:grpSpPr>
      <p:sp>
        <p:nvSpPr>
          <p:cNvPr id="11" name="Rectangle 10"/>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p:cNvGrpSpPr/>
          <p:nvPr userDrawn="1"/>
        </p:nvGrpSpPr>
        <p:grpSpPr>
          <a:xfrm rot="16200000">
            <a:off x="499388" y="-322655"/>
            <a:ext cx="535531" cy="645309"/>
            <a:chOff x="10945855" y="7317026"/>
            <a:chExt cx="2483924" cy="2993104"/>
          </a:xfrm>
        </p:grpSpPr>
        <p:sp>
          <p:nvSpPr>
            <p:cNvPr id="16" name="Freeform: Shape 15"/>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p:cNvGrpSpPr/>
          <p:nvPr userDrawn="1"/>
        </p:nvGrpSpPr>
        <p:grpSpPr>
          <a:xfrm>
            <a:off x="-1" y="1357409"/>
            <a:ext cx="12192001" cy="4846320"/>
            <a:chOff x="-1" y="1357409"/>
            <a:chExt cx="12192001" cy="4917518"/>
          </a:xfrm>
        </p:grpSpPr>
        <p:sp>
          <p:nvSpPr>
            <p:cNvPr id="19" name="Rectangle: Single Corner Snipped 18"/>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endParaRPr lang="en-US" noProof="0" dirty="0"/>
            </a:p>
          </p:txBody>
        </p:sp>
        <p:sp>
          <p:nvSpPr>
            <p:cNvPr id="3" name="Rectangle: Single Corner Snipped 2"/>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t>‹#›</a:t>
            </a:fld>
            <a:endParaRPr lang="en-US" noProof="0"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 Only">
    <p:bg>
      <p:bgPr>
        <a:solidFill>
          <a:schemeClr val="accent2"/>
        </a:solidFill>
        <a:effectLst/>
      </p:bgPr>
    </p:bg>
    <p:spTree>
      <p:nvGrpSpPr>
        <p:cNvPr id="1" name=""/>
        <p:cNvGrpSpPr/>
        <p:nvPr/>
      </p:nvGrpSpPr>
      <p:grpSpPr>
        <a:xfrm>
          <a:off x="0" y="0"/>
          <a:ext cx="0" cy="0"/>
          <a:chOff x="0" y="0"/>
          <a:chExt cx="0" cy="0"/>
        </a:xfrm>
      </p:grpSpPr>
      <p:sp>
        <p:nvSpPr>
          <p:cNvPr id="11" name="Rectangle 10"/>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p:cNvGrpSpPr/>
          <p:nvPr userDrawn="1"/>
        </p:nvGrpSpPr>
        <p:grpSpPr>
          <a:xfrm rot="16200000">
            <a:off x="499388" y="-322655"/>
            <a:ext cx="535531" cy="645309"/>
            <a:chOff x="10945855" y="7317026"/>
            <a:chExt cx="2483924" cy="2993104"/>
          </a:xfrm>
        </p:grpSpPr>
        <p:sp>
          <p:nvSpPr>
            <p:cNvPr id="16" name="Freeform: Shape 15"/>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p:cNvGrpSpPr/>
          <p:nvPr userDrawn="1"/>
        </p:nvGrpSpPr>
        <p:grpSpPr>
          <a:xfrm>
            <a:off x="-1" y="1357409"/>
            <a:ext cx="12192001" cy="4846320"/>
            <a:chOff x="-1" y="1357409"/>
            <a:chExt cx="12192001" cy="4917518"/>
          </a:xfrm>
        </p:grpSpPr>
        <p:sp>
          <p:nvSpPr>
            <p:cNvPr id="19" name="Rectangle: Single Corner Snipped 18"/>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endParaRPr lang="en-US" noProof="0" dirty="0"/>
            </a:p>
          </p:txBody>
        </p:sp>
        <p:sp>
          <p:nvSpPr>
            <p:cNvPr id="3" name="Rectangle: Single Corner Snipped 2"/>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t>‹#›</a:t>
            </a:fld>
            <a:endParaRPr lang="en-US" noProof="0" dirty="0"/>
          </a:p>
        </p:txBody>
      </p:sp>
      <p:sp>
        <p:nvSpPr>
          <p:cNvPr id="7" name="Text Placeholder 6"/>
          <p:cNvSpPr>
            <a:spLocks noGrp="1"/>
          </p:cNvSpPr>
          <p:nvPr>
            <p:ph type="body" sz="quarter" idx="13"/>
          </p:nvPr>
        </p:nvSpPr>
        <p:spPr>
          <a:xfrm>
            <a:off x="1409700" y="1749570"/>
            <a:ext cx="9372600" cy="3358860"/>
          </a:xfrm>
        </p:spPr>
        <p:txBody>
          <a:bodyPr anchor="ctr">
            <a:normAutofit/>
          </a:bodyPr>
          <a:lstStyle>
            <a:lvl1pPr marL="0" indent="0" algn="ctr">
              <a:buNone/>
              <a:defRPr sz="6000">
                <a:solidFill>
                  <a:schemeClr val="bg1"/>
                </a:solidFill>
              </a:defRPr>
            </a:lvl1pPr>
          </a:lstStyle>
          <a:p>
            <a:pPr lvl="0"/>
            <a:r>
              <a:rPr lang="en-US" noProof="0"/>
              <a:t>Click to edit Master text styles</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accent2"/>
        </a:solidFill>
        <a:effectLst/>
      </p:bgPr>
    </p:bg>
    <p:spTree>
      <p:nvGrpSpPr>
        <p:cNvPr id="1" name=""/>
        <p:cNvGrpSpPr/>
        <p:nvPr/>
      </p:nvGrpSpPr>
      <p:grpSpPr>
        <a:xfrm>
          <a:off x="0" y="0"/>
          <a:ext cx="0" cy="0"/>
          <a:chOff x="0" y="0"/>
          <a:chExt cx="0" cy="0"/>
        </a:xfrm>
      </p:grpSpPr>
      <p:sp>
        <p:nvSpPr>
          <p:cNvPr id="11" name="Rectangle 10"/>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p:cNvGrpSpPr/>
          <p:nvPr userDrawn="1"/>
        </p:nvGrpSpPr>
        <p:grpSpPr>
          <a:xfrm rot="16200000">
            <a:off x="499388" y="-322655"/>
            <a:ext cx="535531" cy="645309"/>
            <a:chOff x="10945855" y="7317026"/>
            <a:chExt cx="2483924" cy="2993104"/>
          </a:xfrm>
        </p:grpSpPr>
        <p:sp>
          <p:nvSpPr>
            <p:cNvPr id="16" name="Freeform: Shape 15"/>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p:cNvGrpSpPr/>
          <p:nvPr userDrawn="1"/>
        </p:nvGrpSpPr>
        <p:grpSpPr>
          <a:xfrm>
            <a:off x="-1" y="1357409"/>
            <a:ext cx="12192001" cy="4846320"/>
            <a:chOff x="-1" y="1357409"/>
            <a:chExt cx="12192001" cy="4917518"/>
          </a:xfrm>
        </p:grpSpPr>
        <p:sp>
          <p:nvSpPr>
            <p:cNvPr id="19" name="Rectangle: Single Corner Snipped 18"/>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endParaRPr lang="en-US" noProof="0" dirty="0"/>
            </a:p>
          </p:txBody>
        </p:sp>
        <p:sp>
          <p:nvSpPr>
            <p:cNvPr id="3" name="Rectangle: Single Corner Snipped 2"/>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t>‹#›</a:t>
            </a:fld>
            <a:endParaRPr lang="en-US" noProof="0" dirty="0"/>
          </a:p>
        </p:txBody>
      </p:sp>
      <p:sp>
        <p:nvSpPr>
          <p:cNvPr id="20" name="Content Placeholder 2"/>
          <p:cNvSpPr>
            <a:spLocks noGrp="1"/>
          </p:cNvSpPr>
          <p:nvPr>
            <p:ph idx="1"/>
          </p:nvPr>
        </p:nvSpPr>
        <p:spPr>
          <a:xfrm>
            <a:off x="443365" y="1825625"/>
            <a:ext cx="11215235" cy="43513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accent2"/>
        </a:solidFill>
        <a:effectLst/>
      </p:bgPr>
    </p:bg>
    <p:spTree>
      <p:nvGrpSpPr>
        <p:cNvPr id="1" name=""/>
        <p:cNvGrpSpPr/>
        <p:nvPr/>
      </p:nvGrpSpPr>
      <p:grpSpPr>
        <a:xfrm>
          <a:off x="0" y="0"/>
          <a:ext cx="0" cy="0"/>
          <a:chOff x="0" y="0"/>
          <a:chExt cx="0" cy="0"/>
        </a:xfrm>
      </p:grpSpPr>
      <p:sp>
        <p:nvSpPr>
          <p:cNvPr id="11" name="Rectangle 10"/>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p:cNvGrpSpPr/>
          <p:nvPr userDrawn="1"/>
        </p:nvGrpSpPr>
        <p:grpSpPr>
          <a:xfrm rot="16200000">
            <a:off x="499388" y="-322655"/>
            <a:ext cx="535531" cy="645309"/>
            <a:chOff x="10945855" y="7317026"/>
            <a:chExt cx="2483924" cy="2993104"/>
          </a:xfrm>
        </p:grpSpPr>
        <p:sp>
          <p:nvSpPr>
            <p:cNvPr id="16" name="Freeform: Shape 15"/>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p:cNvGrpSpPr/>
          <p:nvPr userDrawn="1"/>
        </p:nvGrpSpPr>
        <p:grpSpPr>
          <a:xfrm>
            <a:off x="-1" y="1357409"/>
            <a:ext cx="12192001" cy="4846320"/>
            <a:chOff x="-1" y="1357409"/>
            <a:chExt cx="12192001" cy="4917518"/>
          </a:xfrm>
        </p:grpSpPr>
        <p:sp>
          <p:nvSpPr>
            <p:cNvPr id="19" name="Rectangle: Single Corner Snipped 18"/>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endParaRPr lang="en-US" noProof="0" dirty="0"/>
            </a:p>
          </p:txBody>
        </p:sp>
        <p:sp>
          <p:nvSpPr>
            <p:cNvPr id="3" name="Rectangle: Single Corner Snipped 2"/>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t>‹#›</a:t>
            </a:fld>
            <a:endParaRPr lang="en-US" noProof="0" dirty="0"/>
          </a:p>
        </p:txBody>
      </p:sp>
      <p:sp>
        <p:nvSpPr>
          <p:cNvPr id="25" name="Text Placeholder 2"/>
          <p:cNvSpPr>
            <a:spLocks noGrp="1"/>
          </p:cNvSpPr>
          <p:nvPr>
            <p:ph type="body" idx="1"/>
          </p:nvPr>
        </p:nvSpPr>
        <p:spPr>
          <a:xfrm>
            <a:off x="444500" y="1681163"/>
            <a:ext cx="5157787"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26" name="Text Placeholder 4"/>
          <p:cNvSpPr>
            <a:spLocks noGrp="1"/>
          </p:cNvSpPr>
          <p:nvPr>
            <p:ph type="body" sz="quarter" idx="3"/>
          </p:nvPr>
        </p:nvSpPr>
        <p:spPr>
          <a:xfrm>
            <a:off x="6500812" y="1681163"/>
            <a:ext cx="5157788"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27" name="Content Placeholder 3"/>
          <p:cNvSpPr>
            <a:spLocks noGrp="1"/>
          </p:cNvSpPr>
          <p:nvPr>
            <p:ph sz="half" idx="2"/>
          </p:nvPr>
        </p:nvSpPr>
        <p:spPr>
          <a:xfrm>
            <a:off x="444500" y="2505075"/>
            <a:ext cx="5157787"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8" name="Content Placeholder 5"/>
          <p:cNvSpPr>
            <a:spLocks noGrp="1"/>
          </p:cNvSpPr>
          <p:nvPr>
            <p:ph sz="quarter" idx="4"/>
          </p:nvPr>
        </p:nvSpPr>
        <p:spPr>
          <a:xfrm>
            <a:off x="6475412" y="2505075"/>
            <a:ext cx="5183188"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accent2"/>
        </a:solidFill>
        <a:effectLst/>
      </p:bgPr>
    </p:bg>
    <p:spTree>
      <p:nvGrpSpPr>
        <p:cNvPr id="1" name=""/>
        <p:cNvGrpSpPr/>
        <p:nvPr/>
      </p:nvGrpSpPr>
      <p:grpSpPr>
        <a:xfrm>
          <a:off x="0" y="0"/>
          <a:ext cx="0" cy="0"/>
          <a:chOff x="0" y="0"/>
          <a:chExt cx="0" cy="0"/>
        </a:xfrm>
      </p:grpSpPr>
      <p:sp>
        <p:nvSpPr>
          <p:cNvPr id="11" name="Rectangle 10"/>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p:cNvGrpSpPr/>
          <p:nvPr userDrawn="1"/>
        </p:nvGrpSpPr>
        <p:grpSpPr>
          <a:xfrm rot="16200000">
            <a:off x="499388" y="-322655"/>
            <a:ext cx="535531" cy="645309"/>
            <a:chOff x="10945855" y="7317026"/>
            <a:chExt cx="2483924" cy="2993104"/>
          </a:xfrm>
        </p:grpSpPr>
        <p:sp>
          <p:nvSpPr>
            <p:cNvPr id="16" name="Freeform: Shape 15"/>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p:cNvGrpSpPr/>
          <p:nvPr userDrawn="1"/>
        </p:nvGrpSpPr>
        <p:grpSpPr>
          <a:xfrm>
            <a:off x="-1" y="1357409"/>
            <a:ext cx="12192001" cy="4846320"/>
            <a:chOff x="-1" y="1357409"/>
            <a:chExt cx="12192001" cy="4917518"/>
          </a:xfrm>
        </p:grpSpPr>
        <p:sp>
          <p:nvSpPr>
            <p:cNvPr id="19" name="Rectangle: Single Corner Snipped 18"/>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endParaRPr lang="en-US" noProof="0" dirty="0"/>
            </a:p>
          </p:txBody>
        </p:sp>
        <p:sp>
          <p:nvSpPr>
            <p:cNvPr id="3" name="Rectangle: Single Corner Snipped 2"/>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t>‹#›</a:t>
            </a:fld>
            <a:endParaRPr lang="en-US" noProof="0" dirty="0"/>
          </a:p>
        </p:txBody>
      </p:sp>
      <p:sp>
        <p:nvSpPr>
          <p:cNvPr id="20" name="Content Placeholder 2"/>
          <p:cNvSpPr>
            <a:spLocks noGrp="1"/>
          </p:cNvSpPr>
          <p:nvPr>
            <p:ph sz="half" idx="1"/>
          </p:nvPr>
        </p:nvSpPr>
        <p:spPr>
          <a:xfrm>
            <a:off x="443365" y="1517715"/>
            <a:ext cx="5184437" cy="4659248"/>
          </a:xfrm>
        </p:spPr>
        <p:txBody>
          <a:bodyPr>
            <a:normAutofit/>
          </a:bodyPr>
          <a:lstStyle>
            <a:lvl1pPr marL="457200" indent="-457200">
              <a:buFont typeface="Arial" panose="020B0604020202020204" pitchFamily="34" charset="0"/>
              <a:buChar char="•"/>
              <a:defRPr sz="2000">
                <a:solidFill>
                  <a:schemeClr val="bg1"/>
                </a:solidFill>
              </a:defRPr>
            </a:lvl1pPr>
            <a:lvl2pPr marL="800100" indent="-342900">
              <a:buFont typeface="Arial" panose="020B0604020202020204" pitchFamily="34" charset="0"/>
              <a:buChar char="•"/>
              <a:defRPr sz="1800">
                <a:solidFill>
                  <a:schemeClr val="bg1"/>
                </a:solidFill>
              </a:defRPr>
            </a:lvl2pPr>
            <a:lvl3pPr marL="1257300" indent="-342900">
              <a:buFont typeface="Arial" panose="020B0604020202020204" pitchFamily="34" charset="0"/>
              <a:buChar char="•"/>
              <a:defRPr sz="1600">
                <a:solidFill>
                  <a:schemeClr val="bg1"/>
                </a:solidFill>
              </a:defRPr>
            </a:lvl3pPr>
            <a:lvl4pPr marL="1657350" indent="-285750">
              <a:buFont typeface="Arial" panose="020B0604020202020204" pitchFamily="34" charset="0"/>
              <a:buChar char="•"/>
              <a:defRPr sz="1400">
                <a:solidFill>
                  <a:schemeClr val="bg1"/>
                </a:solidFill>
              </a:defRPr>
            </a:lvl4pPr>
            <a:lvl5pPr marL="2114550" indent="-285750">
              <a:buFont typeface="Arial" panose="020B0604020202020204" pitchFamily="34" charset="0"/>
              <a:buChar char="•"/>
              <a:defRPr sz="14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1" name="Content Placeholder 3"/>
          <p:cNvSpPr>
            <a:spLocks noGrp="1"/>
          </p:cNvSpPr>
          <p:nvPr>
            <p:ph sz="half" idx="2"/>
          </p:nvPr>
        </p:nvSpPr>
        <p:spPr>
          <a:xfrm>
            <a:off x="6474163" y="1517715"/>
            <a:ext cx="5184437" cy="4659248"/>
          </a:xfrm>
        </p:spPr>
        <p:txBody>
          <a:bodyPr>
            <a:normAutofit/>
          </a:bodyPr>
          <a:lstStyle>
            <a:lvl1pPr>
              <a:defRPr sz="20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 Category">
    <p:bg>
      <p:bgPr>
        <a:solidFill>
          <a:schemeClr val="accent2"/>
        </a:solidFill>
        <a:effectLst/>
      </p:bgPr>
    </p:bg>
    <p:spTree>
      <p:nvGrpSpPr>
        <p:cNvPr id="1" name=""/>
        <p:cNvGrpSpPr/>
        <p:nvPr/>
      </p:nvGrpSpPr>
      <p:grpSpPr>
        <a:xfrm>
          <a:off x="0" y="0"/>
          <a:ext cx="0" cy="0"/>
          <a:chOff x="0" y="0"/>
          <a:chExt cx="0" cy="0"/>
        </a:xfrm>
      </p:grpSpPr>
      <p:sp>
        <p:nvSpPr>
          <p:cNvPr id="11" name="Rectangle 10"/>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p:cNvGrpSpPr/>
          <p:nvPr userDrawn="1"/>
        </p:nvGrpSpPr>
        <p:grpSpPr>
          <a:xfrm rot="16200000">
            <a:off x="499388" y="-322655"/>
            <a:ext cx="535531" cy="645309"/>
            <a:chOff x="10945855" y="7317026"/>
            <a:chExt cx="2483924" cy="2993104"/>
          </a:xfrm>
        </p:grpSpPr>
        <p:sp>
          <p:nvSpPr>
            <p:cNvPr id="16" name="Freeform: Shape 15"/>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p:cNvGrpSpPr/>
          <p:nvPr userDrawn="1"/>
        </p:nvGrpSpPr>
        <p:grpSpPr>
          <a:xfrm>
            <a:off x="-1" y="1357409"/>
            <a:ext cx="12192001" cy="4846320"/>
            <a:chOff x="-1" y="1357409"/>
            <a:chExt cx="12192001" cy="4917518"/>
          </a:xfrm>
        </p:grpSpPr>
        <p:sp>
          <p:nvSpPr>
            <p:cNvPr id="19" name="Rectangle: Single Corner Snipped 18"/>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0" name="Picture Placeholder 8"/>
          <p:cNvSpPr>
            <a:spLocks noGrp="1"/>
          </p:cNvSpPr>
          <p:nvPr>
            <p:ph type="pic" sz="quarter" idx="13"/>
          </p:nvPr>
        </p:nvSpPr>
        <p:spPr>
          <a:xfrm>
            <a:off x="978212"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1" name="Picture Placeholder 8"/>
          <p:cNvSpPr>
            <a:spLocks noGrp="1"/>
          </p:cNvSpPr>
          <p:nvPr>
            <p:ph type="pic" sz="quarter" idx="14"/>
          </p:nvPr>
        </p:nvSpPr>
        <p:spPr>
          <a:xfrm>
            <a:off x="3222230"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2" name="Picture Placeholder 8"/>
          <p:cNvSpPr>
            <a:spLocks noGrp="1"/>
          </p:cNvSpPr>
          <p:nvPr>
            <p:ph type="pic" sz="quarter" idx="15"/>
          </p:nvPr>
        </p:nvSpPr>
        <p:spPr>
          <a:xfrm>
            <a:off x="5466248"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3" name="Picture Placeholder 8"/>
          <p:cNvSpPr>
            <a:spLocks noGrp="1"/>
          </p:cNvSpPr>
          <p:nvPr>
            <p:ph type="pic" sz="quarter" idx="16"/>
          </p:nvPr>
        </p:nvSpPr>
        <p:spPr>
          <a:xfrm>
            <a:off x="7710266"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4" name="Picture Placeholder 8"/>
          <p:cNvSpPr>
            <a:spLocks noGrp="1"/>
          </p:cNvSpPr>
          <p:nvPr>
            <p:ph type="pic" sz="quarter" idx="17"/>
          </p:nvPr>
        </p:nvSpPr>
        <p:spPr>
          <a:xfrm>
            <a:off x="9954283"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6" name="Text Placeholder 22"/>
          <p:cNvSpPr>
            <a:spLocks noGrp="1"/>
          </p:cNvSpPr>
          <p:nvPr>
            <p:ph type="body" sz="quarter" idx="18"/>
          </p:nvPr>
        </p:nvSpPr>
        <p:spPr>
          <a:xfrm>
            <a:off x="719894"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7" name="Text Placeholder 22"/>
          <p:cNvSpPr>
            <a:spLocks noGrp="1"/>
          </p:cNvSpPr>
          <p:nvPr>
            <p:ph type="body" sz="quarter" idx="19"/>
          </p:nvPr>
        </p:nvSpPr>
        <p:spPr>
          <a:xfrm>
            <a:off x="2963912"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8" name="Text Placeholder 22"/>
          <p:cNvSpPr>
            <a:spLocks noGrp="1"/>
          </p:cNvSpPr>
          <p:nvPr>
            <p:ph type="body" sz="quarter" idx="20"/>
          </p:nvPr>
        </p:nvSpPr>
        <p:spPr>
          <a:xfrm>
            <a:off x="5207930"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9" name="Text Placeholder 22"/>
          <p:cNvSpPr>
            <a:spLocks noGrp="1"/>
          </p:cNvSpPr>
          <p:nvPr>
            <p:ph type="body" sz="quarter" idx="21"/>
          </p:nvPr>
        </p:nvSpPr>
        <p:spPr>
          <a:xfrm>
            <a:off x="7451948"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0" name="Text Placeholder 22"/>
          <p:cNvSpPr>
            <a:spLocks noGrp="1"/>
          </p:cNvSpPr>
          <p:nvPr>
            <p:ph type="body" sz="quarter" idx="22"/>
          </p:nvPr>
        </p:nvSpPr>
        <p:spPr>
          <a:xfrm>
            <a:off x="9695965"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cxnSp>
        <p:nvCxnSpPr>
          <p:cNvPr id="7" name="Straight Connector 6"/>
          <p:cNvCxnSpPr/>
          <p:nvPr userDrawn="1"/>
        </p:nvCxnSpPr>
        <p:spPr>
          <a:xfrm>
            <a:off x="1242354"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userDrawn="1"/>
        </p:nvCxnSpPr>
        <p:spPr>
          <a:xfrm>
            <a:off x="3486372"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userDrawn="1"/>
        </p:nvCxnSpPr>
        <p:spPr>
          <a:xfrm>
            <a:off x="5730390"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userDrawn="1"/>
        </p:nvCxnSpPr>
        <p:spPr>
          <a:xfrm>
            <a:off x="7974408"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userDrawn="1"/>
        </p:nvCxnSpPr>
        <p:spPr>
          <a:xfrm>
            <a:off x="10218425"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35" name="Freeform: Shape 34"/>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t>‹#›</a:t>
            </a:fld>
            <a:endParaRPr lang="en-US" noProof="0"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hoto + 3 Section">
    <p:bg>
      <p:bgPr>
        <a:solidFill>
          <a:schemeClr val="accent2"/>
        </a:solidFill>
        <a:effectLst/>
      </p:bgPr>
    </p:bg>
    <p:spTree>
      <p:nvGrpSpPr>
        <p:cNvPr id="1" name=""/>
        <p:cNvGrpSpPr/>
        <p:nvPr/>
      </p:nvGrpSpPr>
      <p:grpSpPr>
        <a:xfrm>
          <a:off x="0" y="0"/>
          <a:ext cx="0" cy="0"/>
          <a:chOff x="0" y="0"/>
          <a:chExt cx="0" cy="0"/>
        </a:xfrm>
      </p:grpSpPr>
      <p:sp>
        <p:nvSpPr>
          <p:cNvPr id="11" name="Rectangle 10"/>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p:cNvGrpSpPr/>
          <p:nvPr userDrawn="1"/>
        </p:nvGrpSpPr>
        <p:grpSpPr>
          <a:xfrm rot="16200000">
            <a:off x="499388" y="-322655"/>
            <a:ext cx="535531" cy="645309"/>
            <a:chOff x="10945855" y="7317026"/>
            <a:chExt cx="2483924" cy="2993104"/>
          </a:xfrm>
        </p:grpSpPr>
        <p:sp>
          <p:nvSpPr>
            <p:cNvPr id="16" name="Freeform: Shape 15"/>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p:cNvGrpSpPr/>
          <p:nvPr userDrawn="1"/>
        </p:nvGrpSpPr>
        <p:grpSpPr>
          <a:xfrm>
            <a:off x="-1" y="1357409"/>
            <a:ext cx="12192001" cy="4846320"/>
            <a:chOff x="-1" y="1357409"/>
            <a:chExt cx="12192001" cy="4917518"/>
          </a:xfrm>
        </p:grpSpPr>
        <p:sp>
          <p:nvSpPr>
            <p:cNvPr id="19" name="Rectangle: Single Corner Snipped 18"/>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6" name="Text Placeholder 22"/>
          <p:cNvSpPr>
            <a:spLocks noGrp="1"/>
          </p:cNvSpPr>
          <p:nvPr>
            <p:ph type="body" sz="quarter" idx="18"/>
          </p:nvPr>
        </p:nvSpPr>
        <p:spPr>
          <a:xfrm>
            <a:off x="54209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5" name="Freeform: Shape 34"/>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t>‹#›</a:t>
            </a:fld>
            <a:endParaRPr lang="en-US" noProof="0" dirty="0"/>
          </a:p>
        </p:txBody>
      </p:sp>
      <p:sp>
        <p:nvSpPr>
          <p:cNvPr id="13" name="Picture Placeholder 12"/>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noProof="0" dirty="0"/>
              <a:t>Insert image</a:t>
            </a:r>
          </a:p>
        </p:txBody>
      </p:sp>
      <p:sp>
        <p:nvSpPr>
          <p:cNvPr id="36" name="Text Placeholder 22"/>
          <p:cNvSpPr>
            <a:spLocks noGrp="1"/>
          </p:cNvSpPr>
          <p:nvPr>
            <p:ph type="body" sz="quarter" idx="20"/>
          </p:nvPr>
        </p:nvSpPr>
        <p:spPr>
          <a:xfrm>
            <a:off x="4444169"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7" name="Text Placeholder 22"/>
          <p:cNvSpPr>
            <a:spLocks noGrp="1"/>
          </p:cNvSpPr>
          <p:nvPr>
            <p:ph type="body" sz="quarter" idx="21"/>
          </p:nvPr>
        </p:nvSpPr>
        <p:spPr>
          <a:xfrm>
            <a:off x="834624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hoto + Text">
    <p:bg>
      <p:bgPr>
        <a:solidFill>
          <a:schemeClr val="accent2"/>
        </a:solidFill>
        <a:effectLst/>
      </p:bgPr>
    </p:bg>
    <p:spTree>
      <p:nvGrpSpPr>
        <p:cNvPr id="1" name=""/>
        <p:cNvGrpSpPr/>
        <p:nvPr/>
      </p:nvGrpSpPr>
      <p:grpSpPr>
        <a:xfrm>
          <a:off x="0" y="0"/>
          <a:ext cx="0" cy="0"/>
          <a:chOff x="0" y="0"/>
          <a:chExt cx="0" cy="0"/>
        </a:xfrm>
      </p:grpSpPr>
      <p:sp>
        <p:nvSpPr>
          <p:cNvPr id="11" name="Rectangle 10"/>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p:cNvGrpSpPr/>
          <p:nvPr userDrawn="1"/>
        </p:nvGrpSpPr>
        <p:grpSpPr>
          <a:xfrm rot="16200000">
            <a:off x="499388" y="-322655"/>
            <a:ext cx="535531" cy="645309"/>
            <a:chOff x="10945855" y="7317026"/>
            <a:chExt cx="2483924" cy="2993104"/>
          </a:xfrm>
        </p:grpSpPr>
        <p:sp>
          <p:nvSpPr>
            <p:cNvPr id="16" name="Freeform: Shape 15"/>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p:cNvGrpSpPr/>
          <p:nvPr userDrawn="1"/>
        </p:nvGrpSpPr>
        <p:grpSpPr>
          <a:xfrm>
            <a:off x="-1" y="1357409"/>
            <a:ext cx="12192001" cy="4846320"/>
            <a:chOff x="-1" y="1357409"/>
            <a:chExt cx="12192001" cy="4917518"/>
          </a:xfrm>
        </p:grpSpPr>
        <p:sp>
          <p:nvSpPr>
            <p:cNvPr id="19" name="Rectangle: Single Corner Snipped 18"/>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6" name="Text Placeholder 22"/>
          <p:cNvSpPr>
            <a:spLocks noGrp="1"/>
          </p:cNvSpPr>
          <p:nvPr>
            <p:ph type="body" sz="quarter" idx="18"/>
          </p:nvPr>
        </p:nvSpPr>
        <p:spPr>
          <a:xfrm>
            <a:off x="542094" y="4240093"/>
            <a:ext cx="9402006" cy="1463040"/>
          </a:xfrm>
        </p:spPr>
        <p:txBody>
          <a:bodyPr lIns="0" tIns="0" rIns="0" bIns="0">
            <a:noAutofit/>
          </a:bodyPr>
          <a:lstStyle>
            <a:lvl1pPr marL="0" indent="0" algn="l">
              <a:lnSpc>
                <a:spcPct val="100000"/>
              </a:lnSpc>
              <a:spcBef>
                <a:spcPts val="300"/>
              </a:spcBef>
              <a:spcAft>
                <a:spcPts val="3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5" name="Freeform: Shape 34"/>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t>‹#›</a:t>
            </a:fld>
            <a:endParaRPr lang="en-US" noProof="0" dirty="0"/>
          </a:p>
        </p:txBody>
      </p:sp>
      <p:sp>
        <p:nvSpPr>
          <p:cNvPr id="13" name="Picture Placeholder 12"/>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noProof="0" dirty="0"/>
              <a:t>Insert image</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icture with Caption">
    <p:bg>
      <p:bgPr>
        <a:solidFill>
          <a:schemeClr val="accent2"/>
        </a:solidFill>
        <a:effectLst/>
      </p:bgPr>
    </p:bg>
    <p:spTree>
      <p:nvGrpSpPr>
        <p:cNvPr id="1" name=""/>
        <p:cNvGrpSpPr/>
        <p:nvPr/>
      </p:nvGrpSpPr>
      <p:grpSpPr>
        <a:xfrm>
          <a:off x="0" y="0"/>
          <a:ext cx="0" cy="0"/>
          <a:chOff x="0" y="0"/>
          <a:chExt cx="0" cy="0"/>
        </a:xfrm>
      </p:grpSpPr>
      <p:sp>
        <p:nvSpPr>
          <p:cNvPr id="11" name="Rectangle 10"/>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p:cNvGrpSpPr/>
          <p:nvPr userDrawn="1"/>
        </p:nvGrpSpPr>
        <p:grpSpPr>
          <a:xfrm rot="16200000">
            <a:off x="499388" y="-322655"/>
            <a:ext cx="535531" cy="645309"/>
            <a:chOff x="10945855" y="7317026"/>
            <a:chExt cx="2483924" cy="2993104"/>
          </a:xfrm>
        </p:grpSpPr>
        <p:sp>
          <p:nvSpPr>
            <p:cNvPr id="16" name="Freeform: Shape 15"/>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p:cNvGrpSpPr/>
          <p:nvPr userDrawn="1"/>
        </p:nvGrpSpPr>
        <p:grpSpPr>
          <a:xfrm>
            <a:off x="-1" y="1357409"/>
            <a:ext cx="12192001" cy="4846320"/>
            <a:chOff x="-1" y="1357409"/>
            <a:chExt cx="12192001" cy="4917518"/>
          </a:xfrm>
        </p:grpSpPr>
        <p:sp>
          <p:nvSpPr>
            <p:cNvPr id="19" name="Rectangle: Single Corner Snipped 18"/>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5" name="Freeform: Shape 34"/>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t>‹#›</a:t>
            </a:fld>
            <a:endParaRPr lang="en-US" noProof="0" dirty="0"/>
          </a:p>
        </p:txBody>
      </p:sp>
      <p:sp>
        <p:nvSpPr>
          <p:cNvPr id="20" name="Picture Placeholder 2"/>
          <p:cNvSpPr>
            <a:spLocks noGrp="1"/>
          </p:cNvSpPr>
          <p:nvPr>
            <p:ph type="pic" idx="1"/>
          </p:nvPr>
        </p:nvSpPr>
        <p:spPr>
          <a:xfrm>
            <a:off x="4110087" y="1444649"/>
            <a:ext cx="7548513" cy="4579079"/>
          </a:xfrm>
        </p:spPr>
        <p:txBody>
          <a:bodyPr>
            <a:normAutofit/>
          </a:bodyPr>
          <a:lstStyle>
            <a:lvl1pPr marL="0" indent="0">
              <a:buNone/>
              <a:defRPr sz="24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a:t>Click icon to add picture</a:t>
            </a:r>
            <a:endParaRPr lang="en-US" noProof="0" dirty="0"/>
          </a:p>
        </p:txBody>
      </p:sp>
      <p:sp>
        <p:nvSpPr>
          <p:cNvPr id="21" name="Text Placeholder 3"/>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with Caption">
    <p:bg>
      <p:bgPr>
        <a:solidFill>
          <a:schemeClr val="accent2"/>
        </a:solidFill>
        <a:effectLst/>
      </p:bgPr>
    </p:bg>
    <p:spTree>
      <p:nvGrpSpPr>
        <p:cNvPr id="1" name=""/>
        <p:cNvGrpSpPr/>
        <p:nvPr/>
      </p:nvGrpSpPr>
      <p:grpSpPr>
        <a:xfrm>
          <a:off x="0" y="0"/>
          <a:ext cx="0" cy="0"/>
          <a:chOff x="0" y="0"/>
          <a:chExt cx="0" cy="0"/>
        </a:xfrm>
      </p:grpSpPr>
      <p:sp>
        <p:nvSpPr>
          <p:cNvPr id="11" name="Rectangle 10"/>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p:cNvGrpSpPr/>
          <p:nvPr userDrawn="1"/>
        </p:nvGrpSpPr>
        <p:grpSpPr>
          <a:xfrm rot="16200000">
            <a:off x="499388" y="-322655"/>
            <a:ext cx="535531" cy="645309"/>
            <a:chOff x="10945855" y="7317026"/>
            <a:chExt cx="2483924" cy="2993104"/>
          </a:xfrm>
        </p:grpSpPr>
        <p:sp>
          <p:nvSpPr>
            <p:cNvPr id="16" name="Freeform: Shape 15"/>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p:cNvGrpSpPr/>
          <p:nvPr userDrawn="1"/>
        </p:nvGrpSpPr>
        <p:grpSpPr>
          <a:xfrm>
            <a:off x="-1" y="1357409"/>
            <a:ext cx="12192001" cy="4846320"/>
            <a:chOff x="-1" y="1357409"/>
            <a:chExt cx="12192001" cy="4917518"/>
          </a:xfrm>
        </p:grpSpPr>
        <p:sp>
          <p:nvSpPr>
            <p:cNvPr id="19" name="Rectangle: Single Corner Snipped 18"/>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5" name="Freeform: Shape 34"/>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t>‹#›</a:t>
            </a:fld>
            <a:endParaRPr lang="en-US" noProof="0" dirty="0"/>
          </a:p>
        </p:txBody>
      </p:sp>
      <p:sp>
        <p:nvSpPr>
          <p:cNvPr id="21" name="Text Placeholder 3"/>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
        <p:nvSpPr>
          <p:cNvPr id="22" name="Content Placeholder 2"/>
          <p:cNvSpPr>
            <a:spLocks noGrp="1"/>
          </p:cNvSpPr>
          <p:nvPr>
            <p:ph idx="1"/>
          </p:nvPr>
        </p:nvSpPr>
        <p:spPr>
          <a:xfrm>
            <a:off x="3964290" y="1444649"/>
            <a:ext cx="7694310" cy="4579079"/>
          </a:xfrm>
        </p:spPr>
        <p:txBody>
          <a:bodyPr>
            <a:normAutofit/>
          </a:bodyPr>
          <a:lstStyle>
            <a:lvl1pPr>
              <a:defRPr sz="2400">
                <a:solidFill>
                  <a:schemeClr val="bg1"/>
                </a:solidFill>
              </a:defRPr>
            </a:lvl1pPr>
            <a:lvl2pPr>
              <a:defRPr sz="2000">
                <a:solidFill>
                  <a:schemeClr val="bg1"/>
                </a:solidFill>
              </a:defRPr>
            </a:lvl2pPr>
            <a:lvl3pPr>
              <a:defRPr sz="1800">
                <a:solidFill>
                  <a:schemeClr val="bg1"/>
                </a:solidFill>
              </a:defRPr>
            </a:lvl3pPr>
            <a:lvl4pPr>
              <a:defRPr sz="1600">
                <a:solidFill>
                  <a:schemeClr val="bg1"/>
                </a:solidFill>
              </a:defRPr>
            </a:lvl4pPr>
            <a:lvl5pPr>
              <a:defRPr sz="1600">
                <a:solidFill>
                  <a:schemeClr val="bg1"/>
                </a:solidFill>
              </a:defRPr>
            </a:lvl5pPr>
            <a:lvl6pPr>
              <a:defRPr sz="2000"/>
            </a:lvl6pPr>
            <a:lvl7pPr>
              <a:defRPr sz="2000"/>
            </a:lvl7pPr>
            <a:lvl8pPr>
              <a:defRPr sz="2000"/>
            </a:lvl8pPr>
            <a:lvl9pPr>
              <a:defRPr sz="20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18" name="Rectangle 17"/>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Freeform: Shape 9"/>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0" name="Freeform: Shape 17"/>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1" name="Freeform: Shape 11"/>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2" name="Freeform: Shape 7"/>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4" name="Group 23"/>
          <p:cNvGrpSpPr/>
          <p:nvPr userDrawn="1"/>
        </p:nvGrpSpPr>
        <p:grpSpPr>
          <a:xfrm rot="16200000">
            <a:off x="499388" y="-322655"/>
            <a:ext cx="535531" cy="645309"/>
            <a:chOff x="10945855" y="7317026"/>
            <a:chExt cx="2483924" cy="2993104"/>
          </a:xfrm>
        </p:grpSpPr>
        <p:sp>
          <p:nvSpPr>
            <p:cNvPr id="25" name="Freeform: Shape 15"/>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6" name="Freeform: Shape 16"/>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0" name="Freeform: Shape 23"/>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1" name="Slide Number Placeholder 4"/>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t>‹#›</a:t>
            </a:fld>
            <a:endParaRPr lang="en-US" noProof="0"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ank You 1">
    <p:spTree>
      <p:nvGrpSpPr>
        <p:cNvPr id="1" name=""/>
        <p:cNvGrpSpPr/>
        <p:nvPr/>
      </p:nvGrpSpPr>
      <p:grpSpPr>
        <a:xfrm>
          <a:off x="0" y="0"/>
          <a:ext cx="0" cy="0"/>
          <a:chOff x="0" y="0"/>
          <a:chExt cx="0" cy="0"/>
        </a:xfrm>
      </p:grpSpPr>
      <p:sp>
        <p:nvSpPr>
          <p:cNvPr id="21" name="Rectangle 20"/>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6" name="Group 5"/>
          <p:cNvGrpSpPr/>
          <p:nvPr userDrawn="1"/>
        </p:nvGrpSpPr>
        <p:grpSpPr>
          <a:xfrm>
            <a:off x="0" y="0"/>
            <a:ext cx="6881966" cy="6858876"/>
            <a:chOff x="-5321" y="1096"/>
            <a:chExt cx="5924073" cy="5904197"/>
          </a:xfrm>
        </p:grpSpPr>
        <p:sp>
          <p:nvSpPr>
            <p:cNvPr id="17" name="Right Triangle 16"/>
            <p:cNvSpPr/>
            <p:nvPr userDrawn="1"/>
          </p:nvSpPr>
          <p:spPr>
            <a:xfrm rot="16200000" flipH="1" flipV="1">
              <a:off x="4618" y="-8842"/>
              <a:ext cx="5904196" cy="592407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ight Triangle 17"/>
            <p:cNvSpPr/>
            <p:nvPr userDrawn="1"/>
          </p:nvSpPr>
          <p:spPr>
            <a:xfrm rot="16200000" flipH="1" flipV="1">
              <a:off x="3941" y="-8164"/>
              <a:ext cx="5501471" cy="551999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ight Triangle 18"/>
            <p:cNvSpPr/>
            <p:nvPr userDrawn="1"/>
          </p:nvSpPr>
          <p:spPr>
            <a:xfrm rot="16200000" flipH="1" flipV="1">
              <a:off x="3131" y="-7355"/>
              <a:ext cx="5019818" cy="5036720"/>
            </a:xfrm>
            <a:prstGeom prst="rtTriangle">
              <a:avLst/>
            </a:pr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 name="Title 1"/>
          <p:cNvSpPr>
            <a:spLocks noGrp="1"/>
          </p:cNvSpPr>
          <p:nvPr userDrawn="1">
            <p:ph type="ctrTitle" hasCustomPrompt="1"/>
          </p:nvPr>
        </p:nvSpPr>
        <p:spPr>
          <a:xfrm>
            <a:off x="5217242" y="2807208"/>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ank You 2">
    <p:spTree>
      <p:nvGrpSpPr>
        <p:cNvPr id="1" name=""/>
        <p:cNvGrpSpPr/>
        <p:nvPr/>
      </p:nvGrpSpPr>
      <p:grpSpPr>
        <a:xfrm>
          <a:off x="0" y="0"/>
          <a:ext cx="0" cy="0"/>
          <a:chOff x="0" y="0"/>
          <a:chExt cx="0" cy="0"/>
        </a:xfrm>
      </p:grpSpPr>
      <p:sp>
        <p:nvSpPr>
          <p:cNvPr id="21" name="Rectangle 20"/>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p:cNvSpPr>
            <a:spLocks noGrp="1"/>
          </p:cNvSpPr>
          <p:nvPr userDrawn="1">
            <p:ph type="ctrTitle" hasCustomPrompt="1"/>
          </p:nvPr>
        </p:nvSpPr>
        <p:spPr>
          <a:xfrm>
            <a:off x="6360242" y="3429000"/>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p>
        </p:txBody>
      </p:sp>
      <p:sp>
        <p:nvSpPr>
          <p:cNvPr id="35" name="Freeform: Shape 34"/>
          <p:cNvSpPr/>
          <p:nvPr userDrawn="1"/>
        </p:nvSpPr>
        <p:spPr>
          <a:xfrm rot="13500000">
            <a:off x="-729899" y="-1215856"/>
            <a:ext cx="6043521" cy="8427077"/>
          </a:xfrm>
          <a:custGeom>
            <a:avLst/>
            <a:gdLst>
              <a:gd name="connsiteX0" fmla="*/ 6043521 w 6043521"/>
              <a:gd name="connsiteY0" fmla="*/ 4267535 h 8427077"/>
              <a:gd name="connsiteX1" fmla="*/ 1883979 w 6043521"/>
              <a:gd name="connsiteY1" fmla="*/ 8427077 h 8427077"/>
              <a:gd name="connsiteX2" fmla="*/ 0 w 6043521"/>
              <a:gd name="connsiteY2" fmla="*/ 8427077 h 8427077"/>
              <a:gd name="connsiteX3" fmla="*/ 0 w 6043521"/>
              <a:gd name="connsiteY3" fmla="*/ 1775986 h 8427077"/>
              <a:gd name="connsiteX4" fmla="*/ 1775985 w 6043521"/>
              <a:gd name="connsiteY4" fmla="*/ 0 h 8427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8427077">
                <a:moveTo>
                  <a:pt x="6043521" y="4267535"/>
                </a:moveTo>
                <a:lnTo>
                  <a:pt x="1883979" y="8427077"/>
                </a:lnTo>
                <a:lnTo>
                  <a:pt x="0" y="8427077"/>
                </a:lnTo>
                <a:lnTo>
                  <a:pt x="0" y="1775986"/>
                </a:lnTo>
                <a:lnTo>
                  <a:pt x="1775985"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2" name="Freeform: Shape 31"/>
          <p:cNvSpPr/>
          <p:nvPr userDrawn="1"/>
        </p:nvSpPr>
        <p:spPr>
          <a:xfrm rot="13500000">
            <a:off x="-1145231" y="-2123853"/>
            <a:ext cx="6043521" cy="9008880"/>
          </a:xfrm>
          <a:custGeom>
            <a:avLst/>
            <a:gdLst>
              <a:gd name="connsiteX0" fmla="*/ 6043521 w 6043521"/>
              <a:gd name="connsiteY0" fmla="*/ 4849338 h 9008880"/>
              <a:gd name="connsiteX1" fmla="*/ 1883979 w 6043521"/>
              <a:gd name="connsiteY1" fmla="*/ 9008880 h 9008880"/>
              <a:gd name="connsiteX2" fmla="*/ 0 w 6043521"/>
              <a:gd name="connsiteY2" fmla="*/ 9008880 h 9008880"/>
              <a:gd name="connsiteX3" fmla="*/ 0 w 6043521"/>
              <a:gd name="connsiteY3" fmla="*/ 1194182 h 9008880"/>
              <a:gd name="connsiteX4" fmla="*/ 1194182 w 6043521"/>
              <a:gd name="connsiteY4" fmla="*/ 0 h 9008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9008880">
                <a:moveTo>
                  <a:pt x="6043521" y="4849338"/>
                </a:moveTo>
                <a:lnTo>
                  <a:pt x="1883979" y="9008880"/>
                </a:lnTo>
                <a:lnTo>
                  <a:pt x="0" y="9008880"/>
                </a:lnTo>
                <a:lnTo>
                  <a:pt x="0" y="1194182"/>
                </a:lnTo>
                <a:lnTo>
                  <a:pt x="1194182"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Shape 29"/>
          <p:cNvSpPr/>
          <p:nvPr userDrawn="1"/>
        </p:nvSpPr>
        <p:spPr>
          <a:xfrm rot="18900000" flipH="1">
            <a:off x="-2681153" y="-465959"/>
            <a:ext cx="8639119" cy="5739762"/>
          </a:xfrm>
          <a:custGeom>
            <a:avLst/>
            <a:gdLst>
              <a:gd name="connsiteX0" fmla="*/ 3789781 w 8639119"/>
              <a:gd name="connsiteY0" fmla="*/ 0 h 5739762"/>
              <a:gd name="connsiteX1" fmla="*/ 0 w 8639119"/>
              <a:gd name="connsiteY1" fmla="*/ 3789782 h 5739762"/>
              <a:gd name="connsiteX2" fmla="*/ 0 w 8639119"/>
              <a:gd name="connsiteY2" fmla="*/ 5739761 h 5739762"/>
              <a:gd name="connsiteX3" fmla="*/ 7748695 w 8639119"/>
              <a:gd name="connsiteY3" fmla="*/ 5739762 h 5739762"/>
              <a:gd name="connsiteX4" fmla="*/ 8639119 w 8639119"/>
              <a:gd name="connsiteY4" fmla="*/ 4849338 h 57397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9119" h="5739762">
                <a:moveTo>
                  <a:pt x="3789781" y="0"/>
                </a:moveTo>
                <a:lnTo>
                  <a:pt x="0" y="3789782"/>
                </a:lnTo>
                <a:lnTo>
                  <a:pt x="0" y="5739761"/>
                </a:lnTo>
                <a:lnTo>
                  <a:pt x="7748695" y="5739762"/>
                </a:lnTo>
                <a:lnTo>
                  <a:pt x="8639119" y="4849338"/>
                </a:lnTo>
                <a:close/>
              </a:path>
            </a:pathLst>
          </a:custGeom>
          <a:solidFill>
            <a:schemeClr val="accent1">
              <a:lumMod val="50000"/>
              <a:alpha val="51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820400" cy="1325563"/>
          </a:xfrm>
          <a:prstGeom prst="rect">
            <a:avLst/>
          </a:prstGeom>
        </p:spPr>
        <p:txBody>
          <a:bodyPr vert="horz" lIns="91440" tIns="45720" rIns="91440" bIns="45720" rtlCol="0" anchor="ctr">
            <a:normAutofit/>
          </a:bodyPr>
          <a:lstStyle/>
          <a:p>
            <a:r>
              <a:rPr lang="en-US" noProof="0"/>
              <a:t>Click to edit Master title style</a:t>
            </a:r>
          </a:p>
        </p:txBody>
      </p:sp>
      <p:sp>
        <p:nvSpPr>
          <p:cNvPr id="3" name="Text Placeholder 2"/>
          <p:cNvSpPr>
            <a:spLocks noGrp="1"/>
          </p:cNvSpPr>
          <p:nvPr>
            <p:ph type="body" idx="1"/>
          </p:nvPr>
        </p:nvSpPr>
        <p:spPr>
          <a:xfrm>
            <a:off x="838200" y="1825625"/>
            <a:ext cx="10820400" cy="4351338"/>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Slide Number Placeholder 5"/>
          <p:cNvSpPr>
            <a:spLocks noGrp="1"/>
          </p:cNvSpPr>
          <p:nvPr>
            <p:ph type="sldNum" sz="quarter" idx="4"/>
          </p:nvPr>
        </p:nvSpPr>
        <p:spPr>
          <a:xfrm>
            <a:off x="11112500" y="6356350"/>
            <a:ext cx="660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263D6C4-4840-40CC-AC84-17E24B3B7BDE}" type="slidenum">
              <a:rPr lang="en-US" noProof="0" smtClean="0"/>
              <a:t>‹#›</a:t>
            </a:fld>
            <a:endParaRPr lang="en-US" noProof="0" dirty="0"/>
          </a:p>
        </p:txBody>
      </p:sp>
      <p:sp>
        <p:nvSpPr>
          <p:cNvPr id="5" name="Rectangle 4"/>
          <p:cNvSpPr/>
          <p:nvPr userDrawn="1"/>
        </p:nvSpPr>
        <p:spPr>
          <a:xfrm>
            <a:off x="0" y="1"/>
            <a:ext cx="12192000" cy="685799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Freeform: Shape 9"/>
          <p:cNvSpPr/>
          <p:nvPr userDrawn="1"/>
        </p:nvSpPr>
        <p:spPr>
          <a:xfrm>
            <a:off x="0" y="1"/>
            <a:ext cx="12192001" cy="6857999"/>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8" name="Freeform: Shape 17"/>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9" name="Freeform: Shape 11"/>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7"/>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Title 1"/>
          <p:cNvSpPr txBox="1"/>
          <p:nvPr userDrawn="1"/>
        </p:nvSpPr>
        <p:spPr>
          <a:xfrm>
            <a:off x="444500" y="542925"/>
            <a:ext cx="11214100" cy="535531"/>
          </a:xfrm>
          <a:prstGeom prst="rect">
            <a:avLst/>
          </a:prstGeom>
        </p:spPr>
        <p:txBody>
          <a:bodyPr vert="horz" wrap="square" lIns="91440" tIns="45720" rIns="91440" bIns="45720" rtlCol="0" anchor="t">
            <a:spAutoFit/>
          </a:bodyPr>
          <a:lstStyle>
            <a:lvl1pPr algn="l" defTabSz="914400" rtl="0" eaLnBrk="1" latinLnBrk="0" hangingPunct="1">
              <a:lnSpc>
                <a:spcPct val="90000"/>
              </a:lnSpc>
              <a:spcBef>
                <a:spcPct val="0"/>
              </a:spcBef>
              <a:buNone/>
              <a:defRPr lang="en-GB" sz="3200" b="1" kern="1200" spc="-70" baseline="0" dirty="0">
                <a:solidFill>
                  <a:schemeClr val="bg1"/>
                </a:solidFill>
                <a:latin typeface="Trebuchet MS" panose="020B0603020202020204" pitchFamily="34" charset="0"/>
                <a:ea typeface="+mj-ea"/>
                <a:cs typeface="+mj-cs"/>
              </a:defRPr>
            </a:lvl1pPr>
          </a:lstStyle>
          <a:p>
            <a:r>
              <a:rPr lang="en-US" noProof="0" dirty="0">
                <a:latin typeface="+mj-lt"/>
              </a:rPr>
              <a:t>Click to edit Master title style</a:t>
            </a:r>
          </a:p>
        </p:txBody>
      </p:sp>
      <p:grpSp>
        <p:nvGrpSpPr>
          <p:cNvPr id="12" name="Group 11"/>
          <p:cNvGrpSpPr/>
          <p:nvPr userDrawn="1"/>
        </p:nvGrpSpPr>
        <p:grpSpPr>
          <a:xfrm rot="16200000">
            <a:off x="499388" y="-322655"/>
            <a:ext cx="535531" cy="645309"/>
            <a:chOff x="10945855" y="7317026"/>
            <a:chExt cx="2483924" cy="2993104"/>
          </a:xfrm>
        </p:grpSpPr>
        <p:sp>
          <p:nvSpPr>
            <p:cNvPr id="13" name="Freeform: Shape 15"/>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6"/>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5" name="Group 14"/>
          <p:cNvGrpSpPr/>
          <p:nvPr userDrawn="1"/>
        </p:nvGrpSpPr>
        <p:grpSpPr>
          <a:xfrm>
            <a:off x="-1" y="1357409"/>
            <a:ext cx="12192001" cy="4846320"/>
            <a:chOff x="-1" y="1357409"/>
            <a:chExt cx="12192001" cy="4917518"/>
          </a:xfrm>
        </p:grpSpPr>
        <p:sp>
          <p:nvSpPr>
            <p:cNvPr id="16" name="Rectangle: Single Corner Snipped 18"/>
            <p:cNvSpPr/>
            <p:nvPr userDrawn="1"/>
          </p:nvSpPr>
          <p:spPr>
            <a:xfrm flipV="1">
              <a:off x="-1" y="1357409"/>
              <a:ext cx="12192000" cy="4917518"/>
            </a:xfrm>
            <a:prstGeom prst="snip1Rect">
              <a:avLst>
                <a:gd name="adj" fmla="val 0"/>
              </a:avLst>
            </a:prstGeom>
            <a:pattFill prst="dkVert">
              <a:fgClr>
                <a:schemeClr val="accent5"/>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endParaRPr lang="en-US" noProof="0" dirty="0"/>
            </a:p>
          </p:txBody>
        </p:sp>
        <p:sp>
          <p:nvSpPr>
            <p:cNvPr id="17" name="Rectangle: Single Corner Snipped 2"/>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18" name="Freeform: Shape 23"/>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Slide Number Placeholder 4"/>
          <p:cNvSpPr txBox="1"/>
          <p:nvPr userDrawn="1"/>
        </p:nvSpPr>
        <p:spPr>
          <a:xfrm>
            <a:off x="11252200" y="6315075"/>
            <a:ext cx="406400" cy="365125"/>
          </a:xfrm>
          <a:prstGeom prst="rect">
            <a:avLst/>
          </a:prstGeom>
        </p:spPr>
        <p:txBody>
          <a:bodyPr/>
          <a:lstStyle>
            <a:defPPr>
              <a:defRPr lang="en-US"/>
            </a:defPPr>
            <a:lvl1pPr marL="0" algn="l" defTabSz="914400" rtl="0" eaLnBrk="1" latinLnBrk="0" hangingPunct="1">
              <a:defRPr sz="1000" kern="1200">
                <a:solidFill>
                  <a:schemeClr val="bg1"/>
                </a:solidFill>
                <a:latin typeface="Trade Gothic LT Pro" panose="020B05030403030200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263D6C4-4840-40CC-AC84-17E24B3B7BDE}" type="slidenum">
              <a:rPr lang="en-US" noProof="0" smtClean="0"/>
              <a:t>‹#›</a:t>
            </a:fld>
            <a:endParaRPr lang="en-US" noProof="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2"/>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8.xml"/><Relationship Id="rId5" Type="http://schemas.openxmlformats.org/officeDocument/2006/relationships/image" Target="../media/image3.jpeg"/><Relationship Id="rId4" Type="http://schemas.openxmlformats.org/officeDocument/2006/relationships/image" Target="../media/image2.jpeg"/></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hyperlink" Target="../../../../../../../../../Program%20Files/TurningPoint/2003/Questions.html" TargetMode="External"/><Relationship Id="rId1" Type="http://schemas.openxmlformats.org/officeDocument/2006/relationships/slideLayout" Target="../slideLayouts/slideLayout10.xml"/><Relationship Id="rId4" Type="http://schemas.openxmlformats.org/officeDocument/2006/relationships/image" Target="../media/image3.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3.xml"/><Relationship Id="rId1" Type="http://schemas.openxmlformats.org/officeDocument/2006/relationships/slideLayout" Target="../slideLayouts/slideLayout10.xml"/><Relationship Id="rId5" Type="http://schemas.openxmlformats.org/officeDocument/2006/relationships/image" Target="../media/image8.wmf"/><Relationship Id="rId4" Type="http://schemas.openxmlformats.org/officeDocument/2006/relationships/image" Target="../media/image7.wmf"/></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4.xml"/><Relationship Id="rId1" Type="http://schemas.openxmlformats.org/officeDocument/2006/relationships/slideLayout" Target="../slideLayouts/slideLayout10.xml"/><Relationship Id="rId5" Type="http://schemas.openxmlformats.org/officeDocument/2006/relationships/image" Target="../media/image8.wmf"/><Relationship Id="rId4" Type="http://schemas.openxmlformats.org/officeDocument/2006/relationships/image" Target="../media/image7.wmf"/></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5.xml"/><Relationship Id="rId1" Type="http://schemas.openxmlformats.org/officeDocument/2006/relationships/slideLayout" Target="../slideLayouts/slideLayout10.xml"/><Relationship Id="rId5" Type="http://schemas.openxmlformats.org/officeDocument/2006/relationships/image" Target="../media/image8.wmf"/><Relationship Id="rId4" Type="http://schemas.openxmlformats.org/officeDocument/2006/relationships/image" Target="../media/image7.wmf"/></Relationships>
</file>

<file path=ppt/slides/_rels/slide15.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image" Target="../media/image9.wmf"/><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image" Target="../media/image14.jpe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6.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6.xml"/></Relationships>
</file>

<file path=ppt/slides/_rels/slide2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6.xml"/><Relationship Id="rId6" Type="http://schemas.openxmlformats.org/officeDocument/2006/relationships/image" Target="../media/image22.jpeg"/><Relationship Id="rId5" Type="http://schemas.openxmlformats.org/officeDocument/2006/relationships/image" Target="../media/image21.jpeg"/><Relationship Id="rId4" Type="http://schemas.openxmlformats.org/officeDocument/2006/relationships/image" Target="../media/image2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2761487" y="2460382"/>
            <a:ext cx="8073289" cy="1243584"/>
          </a:xfrm>
        </p:spPr>
        <p:txBody>
          <a:bodyPr/>
          <a:lstStyle/>
          <a:p>
            <a:r>
              <a:rPr lang="en-US" dirty="0"/>
              <a:t>Database Management </a:t>
            </a:r>
            <a:br>
              <a:rPr lang="en-US" dirty="0"/>
            </a:br>
            <a:r>
              <a:rPr lang="en-US" dirty="0"/>
              <a:t>Systems</a:t>
            </a:r>
            <a:endParaRPr lang="en-US" b="0" dirty="0"/>
          </a:p>
        </p:txBody>
      </p:sp>
      <p:sp>
        <p:nvSpPr>
          <p:cNvPr id="4" name="Subtitle 3"/>
          <p:cNvSpPr>
            <a:spLocks noGrp="1"/>
          </p:cNvSpPr>
          <p:nvPr>
            <p:ph type="subTitle" idx="1"/>
          </p:nvPr>
        </p:nvSpPr>
        <p:spPr>
          <a:xfrm>
            <a:off x="2900034" y="4534408"/>
            <a:ext cx="7077456" cy="868680"/>
          </a:xfrm>
        </p:spPr>
        <p:txBody>
          <a:bodyPr>
            <a:normAutofit fontScale="85000" lnSpcReduction="20000"/>
          </a:bodyPr>
          <a:lstStyle/>
          <a:p>
            <a:r>
              <a:rPr lang="en-US" dirty="0"/>
              <a:t>Lesson 1 – Introduction</a:t>
            </a:r>
          </a:p>
          <a:p>
            <a:r>
              <a:rPr lang="en-US" dirty="0" err="1"/>
              <a:t>B.R.Madhurangi</a:t>
            </a:r>
            <a:endParaRPr lang="en-US" dirty="0"/>
          </a:p>
          <a:p>
            <a:pPr algn="r"/>
            <a:r>
              <a:rPr lang="en-US" b="1" dirty="0"/>
              <a:t>..</a:t>
            </a:r>
          </a:p>
        </p:txBody>
      </p:sp>
    </p:spTree>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ctrTitle"/>
          </p:nvPr>
        </p:nvSpPr>
        <p:spPr>
          <a:xfrm>
            <a:off x="3132424" y="515169"/>
            <a:ext cx="7077456" cy="1243584"/>
          </a:xfrm>
          <a:prstGeom prst="rect">
            <a:avLst/>
          </a:prstGeom>
        </p:spPr>
        <p:txBody>
          <a:bodyPr vert="horz" lIns="91440" tIns="45720" rIns="91440" bIns="45720" rtlCol="0" anchor="ctr">
            <a:normAutofit fontScale="9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br>
              <a:rPr lang="en-US" b="1" dirty="0"/>
            </a:br>
            <a:br>
              <a:rPr lang="en-US" b="1" dirty="0"/>
            </a:br>
            <a:r>
              <a:rPr lang="en-US" b="1" dirty="0"/>
              <a:t>Assessment &amp; Weighting</a:t>
            </a:r>
            <a:br>
              <a:rPr lang="en-US" dirty="0"/>
            </a:br>
            <a:r>
              <a:rPr lang="en-US" b="1" dirty="0"/>
              <a:t> </a:t>
            </a:r>
            <a:br>
              <a:rPr lang="en-US" dirty="0"/>
            </a:br>
            <a:endParaRPr lang="en-US" dirty="0"/>
          </a:p>
        </p:txBody>
      </p:sp>
      <p:sp>
        <p:nvSpPr>
          <p:cNvPr id="5" name="Content Placeholder 2"/>
          <p:cNvSpPr>
            <a:spLocks noGrp="1"/>
          </p:cNvSpPr>
          <p:nvPr>
            <p:ph type="subTitle" idx="1"/>
          </p:nvPr>
        </p:nvSpPr>
        <p:spPr>
          <a:xfrm>
            <a:off x="3132424" y="1970446"/>
            <a:ext cx="7077456" cy="868680"/>
          </a:xfrm>
          <a:prstGeom prst="rect">
            <a:avLst/>
          </a:prstGeom>
        </p:spPr>
        <p:txBody>
          <a:bodyPr vert="horz" lIns="91440" tIns="45720" rIns="91440" bIns="45720" rtlCol="0">
            <a:normAutofit fontScale="2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2800" dirty="0"/>
              <a:t>In class assignments 20% </a:t>
            </a:r>
          </a:p>
          <a:p>
            <a:r>
              <a:rPr lang="en-US" sz="12800" dirty="0" err="1"/>
              <a:t>Mysql</a:t>
            </a:r>
            <a:r>
              <a:rPr lang="en-US" sz="12800" dirty="0"/>
              <a:t> Practical Assignment  20% </a:t>
            </a:r>
          </a:p>
          <a:p>
            <a:r>
              <a:rPr lang="en-US" sz="12800" dirty="0"/>
              <a:t>Group Project-20%</a:t>
            </a:r>
          </a:p>
          <a:p>
            <a:r>
              <a:rPr lang="en-US" sz="12800" dirty="0"/>
              <a:t>End of semester examination Structured examination paper 40% </a:t>
            </a:r>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ctrTitle"/>
          </p:nvPr>
        </p:nvSpPr>
        <p:spPr>
          <a:xfrm>
            <a:off x="3210062" y="523796"/>
            <a:ext cx="7077456" cy="124358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Outline Syllabus</a:t>
            </a:r>
            <a:endParaRPr lang="en-US" dirty="0"/>
          </a:p>
        </p:txBody>
      </p:sp>
      <p:sp>
        <p:nvSpPr>
          <p:cNvPr id="5" name="Content Placeholder 2"/>
          <p:cNvSpPr>
            <a:spLocks noGrp="1"/>
          </p:cNvSpPr>
          <p:nvPr>
            <p:ph type="subTitle" idx="1"/>
          </p:nvPr>
        </p:nvSpPr>
        <p:spPr>
          <a:xfrm>
            <a:off x="3210062" y="2255117"/>
            <a:ext cx="7077456" cy="868680"/>
          </a:xfrm>
          <a:prstGeom prst="rect">
            <a:avLst/>
          </a:prstGeom>
        </p:spPr>
        <p:txBody>
          <a:bodyPr vert="horz" lIns="91440" tIns="45720" rIns="91440" bIns="45720" rtlCol="0">
            <a:normAutofit fontScale="2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8000" dirty="0">
                <a:solidFill>
                  <a:schemeClr val="bg1"/>
                </a:solidFill>
              </a:rPr>
              <a:t>Basic concepts</a:t>
            </a:r>
          </a:p>
          <a:p>
            <a:pPr marL="0" indent="0">
              <a:buNone/>
            </a:pPr>
            <a:endParaRPr lang="en-US" sz="8000" dirty="0">
              <a:solidFill>
                <a:schemeClr val="bg1"/>
              </a:solidFill>
            </a:endParaRPr>
          </a:p>
          <a:p>
            <a:r>
              <a:rPr lang="en-US" sz="8000" dirty="0">
                <a:solidFill>
                  <a:schemeClr val="bg1"/>
                </a:solidFill>
              </a:rPr>
              <a:t>Database Architectures</a:t>
            </a:r>
          </a:p>
          <a:p>
            <a:endParaRPr lang="en-US" sz="8000" dirty="0">
              <a:solidFill>
                <a:schemeClr val="bg1"/>
              </a:solidFill>
            </a:endParaRPr>
          </a:p>
          <a:p>
            <a:r>
              <a:rPr lang="en-US" sz="8000" dirty="0">
                <a:solidFill>
                  <a:schemeClr val="bg1"/>
                </a:solidFill>
              </a:rPr>
              <a:t>Database design</a:t>
            </a:r>
          </a:p>
          <a:p>
            <a:endParaRPr lang="en-US" sz="8000" dirty="0">
              <a:solidFill>
                <a:schemeClr val="bg1"/>
              </a:solidFill>
            </a:endParaRPr>
          </a:p>
          <a:p>
            <a:r>
              <a:rPr lang="en-US" sz="8000" dirty="0">
                <a:solidFill>
                  <a:schemeClr val="bg1"/>
                </a:solidFill>
              </a:rPr>
              <a:t>Relational Database systems</a:t>
            </a:r>
          </a:p>
          <a:p>
            <a:endParaRPr lang="en-US" sz="8000" dirty="0">
              <a:solidFill>
                <a:schemeClr val="bg1"/>
              </a:solidFill>
            </a:endParaRPr>
          </a:p>
          <a:p>
            <a:r>
              <a:rPr lang="en-US" sz="8000" dirty="0">
                <a:solidFill>
                  <a:schemeClr val="bg1"/>
                </a:solidFill>
              </a:rPr>
              <a:t>Database Normalization</a:t>
            </a:r>
          </a:p>
          <a:p>
            <a:endParaRPr lang="en-US" sz="8000" dirty="0">
              <a:solidFill>
                <a:schemeClr val="bg1"/>
              </a:solidFill>
            </a:endParaRPr>
          </a:p>
          <a:p>
            <a:r>
              <a:rPr lang="en-US" sz="8000" dirty="0">
                <a:solidFill>
                  <a:schemeClr val="bg1"/>
                </a:solidFill>
              </a:rPr>
              <a:t>Physical Database implementation-(</a:t>
            </a:r>
            <a:r>
              <a:rPr lang="en-US" sz="8000" dirty="0" err="1">
                <a:solidFill>
                  <a:schemeClr val="bg1"/>
                </a:solidFill>
              </a:rPr>
              <a:t>Mysql</a:t>
            </a:r>
            <a:r>
              <a:rPr lang="en-US" sz="8000" dirty="0">
                <a:solidFill>
                  <a:schemeClr val="bg1"/>
                </a:solidFill>
              </a:rPr>
              <a:t> Practical)</a:t>
            </a:r>
          </a:p>
          <a:p>
            <a:pPr marL="0" indent="0">
              <a:buNone/>
            </a:pPr>
            <a:endParaRPr lang="en-US" dirty="0"/>
          </a:p>
          <a:p>
            <a:endParaRPr lang="en-US" dirty="0"/>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1850" y="737559"/>
            <a:ext cx="7781544" cy="859055"/>
          </a:xfrm>
        </p:spPr>
        <p:txBody>
          <a:bodyPr>
            <a:normAutofit/>
          </a:bodyPr>
          <a:lstStyle/>
          <a:p>
            <a:r>
              <a:rPr lang="en-US" dirty="0"/>
              <a:t>Lesson 1 - Introduction</a:t>
            </a:r>
          </a:p>
        </p:txBody>
      </p:sp>
      <p:sp>
        <p:nvSpPr>
          <p:cNvPr id="5" name="Text Placeholder 4"/>
          <p:cNvSpPr>
            <a:spLocks noGrp="1"/>
          </p:cNvSpPr>
          <p:nvPr>
            <p:ph type="body" idx="1"/>
          </p:nvPr>
        </p:nvSpPr>
        <p:spPr>
          <a:xfrm>
            <a:off x="831850" y="2132450"/>
            <a:ext cx="6803136" cy="365760"/>
          </a:xfrm>
        </p:spPr>
        <p:txBody>
          <a:bodyPr/>
          <a:lstStyle/>
          <a:p>
            <a:r>
              <a:rPr lang="en-US" dirty="0"/>
              <a:t>Sub Topics</a:t>
            </a:r>
          </a:p>
          <a:p>
            <a:endParaRPr lang="en-US" dirty="0"/>
          </a:p>
        </p:txBody>
      </p:sp>
      <p:sp>
        <p:nvSpPr>
          <p:cNvPr id="2" name="Slide Number Placeholder 1"/>
          <p:cNvSpPr>
            <a:spLocks noGrp="1"/>
          </p:cNvSpPr>
          <p:nvPr>
            <p:ph type="sldNum" sz="quarter" idx="12"/>
          </p:nvPr>
        </p:nvSpPr>
        <p:spPr/>
        <p:txBody>
          <a:bodyPr/>
          <a:lstStyle/>
          <a:p>
            <a:fld id="{C263D6C4-4840-40CC-AC84-17E24B3B7BDE}" type="slidenum">
              <a:rPr lang="en-US" smtClean="0"/>
              <a:t>4</a:t>
            </a:fld>
            <a:endParaRPr lang="en-US" dirty="0"/>
          </a:p>
        </p:txBody>
      </p:sp>
      <p:sp>
        <p:nvSpPr>
          <p:cNvPr id="3" name="TextBox 2"/>
          <p:cNvSpPr txBox="1"/>
          <p:nvPr/>
        </p:nvSpPr>
        <p:spPr>
          <a:xfrm>
            <a:off x="831850" y="2881223"/>
            <a:ext cx="6414339" cy="1477328"/>
          </a:xfrm>
          <a:prstGeom prst="rect">
            <a:avLst/>
          </a:prstGeom>
          <a:noFill/>
        </p:spPr>
        <p:txBody>
          <a:bodyPr wrap="square" rtlCol="0">
            <a:spAutoFit/>
          </a:bodyPr>
          <a:lstStyle/>
          <a:p>
            <a:pPr marL="285750" indent="-285750">
              <a:buFont typeface="Arial" panose="020B0604020202020204" pitchFamily="34" charset="0"/>
              <a:buChar char="•"/>
            </a:pPr>
            <a:r>
              <a:rPr lang="en-US" dirty="0"/>
              <a:t>Data , Information &amp; Processing</a:t>
            </a:r>
          </a:p>
          <a:p>
            <a:pPr marL="285750" indent="-285750">
              <a:buFont typeface="Arial" panose="020B0604020202020204" pitchFamily="34" charset="0"/>
              <a:buChar char="•"/>
            </a:pPr>
            <a:r>
              <a:rPr lang="en-US" dirty="0"/>
              <a:t>Types of Databases</a:t>
            </a:r>
          </a:p>
          <a:p>
            <a:pPr marL="285750" indent="-285750">
              <a:buFont typeface="Arial" panose="020B0604020202020204" pitchFamily="34" charset="0"/>
              <a:buChar char="•"/>
            </a:pPr>
            <a:r>
              <a:rPr lang="en-US" dirty="0"/>
              <a:t>Problems of File base data processing</a:t>
            </a:r>
          </a:p>
          <a:p>
            <a:pPr marL="285750" indent="-285750">
              <a:buFont typeface="Arial" panose="020B0604020202020204" pitchFamily="34" charset="0"/>
              <a:buChar char="•"/>
            </a:pPr>
            <a:r>
              <a:rPr lang="en-US" dirty="0"/>
              <a:t>History of Database Systems</a:t>
            </a:r>
          </a:p>
          <a:p>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p:txBody>
          <a:bodyPr/>
          <a:lstStyle/>
          <a:p>
            <a:r>
              <a:rPr lang="en-US" altLang="en-US" dirty="0"/>
              <a:t>Data ,information &amp; processing</a:t>
            </a:r>
          </a:p>
        </p:txBody>
      </p:sp>
      <p:grpSp>
        <p:nvGrpSpPr>
          <p:cNvPr id="10" name="Group 9"/>
          <p:cNvGrpSpPr/>
          <p:nvPr/>
        </p:nvGrpSpPr>
        <p:grpSpPr>
          <a:xfrm>
            <a:off x="1905001" y="2819400"/>
            <a:ext cx="7413171" cy="1447800"/>
            <a:chOff x="1057405" y="5181600"/>
            <a:chExt cx="6397669" cy="723900"/>
          </a:xfrm>
        </p:grpSpPr>
        <p:sp>
          <p:nvSpPr>
            <p:cNvPr id="57346" name="Rectangle 2"/>
            <p:cNvSpPr>
              <a:spLocks noChangeArrowheads="1"/>
            </p:cNvSpPr>
            <p:nvPr/>
          </p:nvSpPr>
          <p:spPr bwMode="auto">
            <a:xfrm>
              <a:off x="3810000" y="5181600"/>
              <a:ext cx="1257300" cy="457200"/>
            </a:xfrm>
            <a:prstGeom prst="rect">
              <a:avLst/>
            </a:prstGeom>
          </p:spPr>
          <p:style>
            <a:lnRef idx="1">
              <a:schemeClr val="accent2"/>
            </a:lnRef>
            <a:fillRef idx="2">
              <a:schemeClr val="accent2"/>
            </a:fillRef>
            <a:effectRef idx="1">
              <a:schemeClr val="accent2"/>
            </a:effectRef>
            <a:fontRef idx="minor">
              <a:schemeClr val="dk1"/>
            </a:fontRef>
          </p:style>
          <p:txBody>
            <a:bodyPr vert="horz" wrap="square" lIns="91440" tIns="45720" rIns="91440" bIns="45720" numCol="1" anchor="t" anchorCtr="0" compatLnSpc="1"/>
            <a:lstStyle/>
            <a:p>
              <a:pPr fontAlgn="base">
                <a:spcBef>
                  <a:spcPct val="0"/>
                </a:spcBef>
                <a:spcAft>
                  <a:spcPts val="1000"/>
                </a:spcAft>
              </a:pPr>
              <a:r>
                <a:rPr lang="en-US" sz="2000" dirty="0">
                  <a:solidFill>
                    <a:prstClr val="black"/>
                  </a:solidFill>
                  <a:ea typeface="Arial" panose="020B0604020202020204" pitchFamily="34" charset="0"/>
                  <a:cs typeface="Arial" panose="020B0604020202020204" pitchFamily="34" charset="0"/>
                </a:rPr>
                <a:t>Data processed</a:t>
              </a:r>
              <a:endParaRPr lang="en-US" sz="2000" dirty="0">
                <a:solidFill>
                  <a:prstClr val="black"/>
                </a:solidFill>
                <a:latin typeface="Arial" panose="020B0604020202020204" pitchFamily="34" charset="0"/>
                <a:cs typeface="Arial" panose="020B0604020202020204" pitchFamily="34" charset="0"/>
              </a:endParaRPr>
            </a:p>
          </p:txBody>
        </p:sp>
        <p:sp>
          <p:nvSpPr>
            <p:cNvPr id="57347" name="Line 3"/>
            <p:cNvSpPr>
              <a:spLocks noChangeShapeType="1"/>
            </p:cNvSpPr>
            <p:nvPr/>
          </p:nvSpPr>
          <p:spPr bwMode="auto">
            <a:xfrm>
              <a:off x="2438400" y="5418138"/>
              <a:ext cx="1371600" cy="0"/>
            </a:xfrm>
            <a:prstGeom prst="line">
              <a:avLst/>
            </a:prstGeom>
            <a:noFill/>
            <a:ln w="9525">
              <a:solidFill>
                <a:srgbClr val="000000"/>
              </a:solidFill>
              <a:round/>
              <a:tailEnd type="triangle" w="med" len="med"/>
            </a:ln>
          </p:spPr>
          <p:txBody>
            <a:bodyPr vert="horz" wrap="square" lIns="91440" tIns="45720" rIns="91440" bIns="45720" numCol="1" anchor="t" anchorCtr="0" compatLnSpc="1"/>
            <a:lstStyle/>
            <a:p>
              <a:r>
                <a:rPr lang="en-US" dirty="0">
                  <a:solidFill>
                    <a:prstClr val="black"/>
                  </a:solidFill>
                </a:rPr>
                <a:t>c</a:t>
              </a:r>
            </a:p>
          </p:txBody>
        </p:sp>
        <p:sp>
          <p:nvSpPr>
            <p:cNvPr id="57348" name="Line 4"/>
            <p:cNvSpPr>
              <a:spLocks noChangeShapeType="1"/>
            </p:cNvSpPr>
            <p:nvPr/>
          </p:nvSpPr>
          <p:spPr bwMode="auto">
            <a:xfrm>
              <a:off x="5067300" y="5418138"/>
              <a:ext cx="800100" cy="0"/>
            </a:xfrm>
            <a:prstGeom prst="line">
              <a:avLst/>
            </a:prstGeom>
            <a:noFill/>
            <a:ln w="9525">
              <a:solidFill>
                <a:srgbClr val="000000"/>
              </a:solidFill>
              <a:round/>
              <a:tailEnd type="triangle" w="med" len="med"/>
            </a:ln>
          </p:spPr>
          <p:txBody>
            <a:bodyPr vert="horz" wrap="square" lIns="91440" tIns="45720" rIns="91440" bIns="45720" numCol="1" anchor="t" anchorCtr="0" compatLnSpc="1"/>
            <a:lstStyle/>
            <a:p>
              <a:endParaRPr lang="en-US">
                <a:solidFill>
                  <a:prstClr val="black"/>
                </a:solidFill>
              </a:endParaRPr>
            </a:p>
          </p:txBody>
        </p:sp>
        <p:sp>
          <p:nvSpPr>
            <p:cNvPr id="57349" name="Text Box 5"/>
            <p:cNvSpPr txBox="1">
              <a:spLocks noChangeArrowheads="1"/>
            </p:cNvSpPr>
            <p:nvPr/>
          </p:nvSpPr>
          <p:spPr bwMode="auto">
            <a:xfrm>
              <a:off x="1057405" y="5562600"/>
              <a:ext cx="1028700" cy="342900"/>
            </a:xfrm>
            <a:prstGeom prst="rect">
              <a:avLst/>
            </a:prstGeom>
            <a:solidFill>
              <a:srgbClr val="FFFFFF"/>
            </a:solidFill>
            <a:ln w="9525">
              <a:noFill/>
              <a:miter lim="800000"/>
            </a:ln>
          </p:spPr>
          <p:txBody>
            <a:bodyPr vert="horz" wrap="square" lIns="91440" tIns="45720" rIns="91440" bIns="45720" numCol="1" anchor="t" anchorCtr="0" compatLnSpc="1"/>
            <a:lstStyle/>
            <a:p>
              <a:pPr fontAlgn="base">
                <a:spcBef>
                  <a:spcPct val="0"/>
                </a:spcBef>
                <a:spcAft>
                  <a:spcPts val="1000"/>
                </a:spcAft>
              </a:pPr>
              <a:r>
                <a:rPr lang="en-US" sz="2000" b="1" dirty="0">
                  <a:solidFill>
                    <a:srgbClr val="FF0000"/>
                  </a:solidFill>
                  <a:ea typeface="Arial" panose="020B0604020202020204" pitchFamily="34" charset="0"/>
                  <a:cs typeface="Arial" panose="020B0604020202020204" pitchFamily="34" charset="0"/>
                </a:rPr>
                <a:t>Data</a:t>
              </a:r>
              <a:endParaRPr lang="en-US" sz="2000" b="1" dirty="0">
                <a:solidFill>
                  <a:srgbClr val="FF0000"/>
                </a:solidFill>
                <a:latin typeface="Arial" panose="020B0604020202020204" pitchFamily="34" charset="0"/>
                <a:cs typeface="Arial" panose="020B0604020202020204" pitchFamily="34" charset="0"/>
              </a:endParaRPr>
            </a:p>
          </p:txBody>
        </p:sp>
        <p:sp>
          <p:nvSpPr>
            <p:cNvPr id="57350" name="Text Box 6"/>
            <p:cNvSpPr txBox="1">
              <a:spLocks noChangeArrowheads="1"/>
            </p:cNvSpPr>
            <p:nvPr/>
          </p:nvSpPr>
          <p:spPr bwMode="auto">
            <a:xfrm>
              <a:off x="5397674" y="5562600"/>
              <a:ext cx="2057400" cy="342900"/>
            </a:xfrm>
            <a:prstGeom prst="rect">
              <a:avLst/>
            </a:prstGeom>
            <a:solidFill>
              <a:srgbClr val="FFFFFF"/>
            </a:solidFill>
            <a:ln w="9525">
              <a:noFill/>
              <a:miter lim="800000"/>
            </a:ln>
          </p:spPr>
          <p:txBody>
            <a:bodyPr vert="horz" wrap="square" lIns="91440" tIns="45720" rIns="91440" bIns="45720" numCol="1" anchor="t" anchorCtr="0" compatLnSpc="1"/>
            <a:lstStyle/>
            <a:p>
              <a:pPr fontAlgn="base">
                <a:spcBef>
                  <a:spcPct val="0"/>
                </a:spcBef>
                <a:spcAft>
                  <a:spcPts val="1000"/>
                </a:spcAft>
              </a:pPr>
              <a:r>
                <a:rPr lang="en-US" sz="2000" b="1" dirty="0">
                  <a:solidFill>
                    <a:srgbClr val="FF0000"/>
                  </a:solidFill>
                  <a:ea typeface="Arial" panose="020B0604020202020204" pitchFamily="34" charset="0"/>
                  <a:cs typeface="Arial" panose="020B0604020202020204" pitchFamily="34" charset="0"/>
                </a:rPr>
                <a:t>Information</a:t>
              </a:r>
              <a:endParaRPr lang="en-US" sz="2000" b="1" dirty="0">
                <a:solidFill>
                  <a:srgbClr val="FF0000"/>
                </a:solidFill>
                <a:latin typeface="Arial" panose="020B0604020202020204" pitchFamily="34" charset="0"/>
                <a:cs typeface="Arial" panose="020B0604020202020204" pitchFamily="34" charset="0"/>
              </a:endParaRPr>
            </a:p>
          </p:txBody>
        </p:sp>
      </p:grpSp>
      <p:sp>
        <p:nvSpPr>
          <p:cNvPr id="11" name="Text Box 5"/>
          <p:cNvSpPr txBox="1">
            <a:spLocks noChangeArrowheads="1"/>
          </p:cNvSpPr>
          <p:nvPr/>
        </p:nvSpPr>
        <p:spPr bwMode="auto">
          <a:xfrm>
            <a:off x="3733800" y="5943600"/>
            <a:ext cx="1191986" cy="685800"/>
          </a:xfrm>
          <a:prstGeom prst="rect">
            <a:avLst/>
          </a:prstGeom>
          <a:solidFill>
            <a:srgbClr val="FFFFFF"/>
          </a:solidFill>
          <a:ln w="9525">
            <a:noFill/>
            <a:miter lim="800000"/>
          </a:ln>
        </p:spPr>
        <p:txBody>
          <a:bodyPr vert="horz" wrap="square" lIns="91440" tIns="45720" rIns="91440" bIns="45720" numCol="1" anchor="t" anchorCtr="0" compatLnSpc="1"/>
          <a:lstStyle/>
          <a:p>
            <a:pPr fontAlgn="base">
              <a:spcBef>
                <a:spcPct val="0"/>
              </a:spcBef>
              <a:spcAft>
                <a:spcPts val="1000"/>
              </a:spcAft>
            </a:pPr>
            <a:endParaRPr lang="en-US" sz="2000" dirty="0">
              <a:solidFill>
                <a:prstClr val="black"/>
              </a:solidFill>
              <a:latin typeface="Arial" panose="020B0604020202020204" pitchFamily="34" charset="0"/>
              <a:cs typeface="Arial" panose="020B0604020202020204" pitchFamily="34" charset="0"/>
            </a:endParaRPr>
          </a:p>
        </p:txBody>
      </p:sp>
      <p:sp>
        <p:nvSpPr>
          <p:cNvPr id="12" name="Rectangle 11"/>
          <p:cNvSpPr/>
          <p:nvPr/>
        </p:nvSpPr>
        <p:spPr>
          <a:xfrm>
            <a:off x="1524000" y="2971801"/>
            <a:ext cx="2286000" cy="646331"/>
          </a:xfrm>
          <a:prstGeom prst="rect">
            <a:avLst/>
          </a:prstGeom>
        </p:spPr>
        <p:txBody>
          <a:bodyPr wrap="square">
            <a:spAutoFit/>
          </a:bodyPr>
          <a:lstStyle/>
          <a:p>
            <a:endParaRPr lang="en-US" dirty="0">
              <a:solidFill>
                <a:prstClr val="black"/>
              </a:solidFill>
            </a:endParaRPr>
          </a:p>
          <a:p>
            <a:r>
              <a:rPr lang="en-US" dirty="0">
                <a:solidFill>
                  <a:prstClr val="black"/>
                </a:solidFill>
              </a:rPr>
              <a:t> </a:t>
            </a:r>
            <a:r>
              <a:rPr lang="en-US" b="1" dirty="0">
                <a:solidFill>
                  <a:prstClr val="black"/>
                </a:solidFill>
              </a:rPr>
              <a:t>DOB:-</a:t>
            </a:r>
            <a:r>
              <a:rPr lang="en-US" dirty="0">
                <a:solidFill>
                  <a:prstClr val="black"/>
                </a:solidFill>
              </a:rPr>
              <a:t>1990/05/06 </a:t>
            </a:r>
          </a:p>
        </p:txBody>
      </p:sp>
      <p:sp>
        <p:nvSpPr>
          <p:cNvPr id="13" name="Rectangle 12"/>
          <p:cNvSpPr/>
          <p:nvPr/>
        </p:nvSpPr>
        <p:spPr>
          <a:xfrm>
            <a:off x="7315200" y="3124200"/>
            <a:ext cx="2286000" cy="369332"/>
          </a:xfrm>
          <a:prstGeom prst="rect">
            <a:avLst/>
          </a:prstGeom>
        </p:spPr>
        <p:txBody>
          <a:bodyPr wrap="square">
            <a:spAutoFit/>
          </a:bodyPr>
          <a:lstStyle/>
          <a:p>
            <a:r>
              <a:rPr lang="en-US" b="1" dirty="0">
                <a:solidFill>
                  <a:prstClr val="black"/>
                </a:solidFill>
              </a:rPr>
              <a:t>AGE:</a:t>
            </a:r>
            <a:r>
              <a:rPr lang="en-US" dirty="0">
                <a:solidFill>
                  <a:prstClr val="black"/>
                </a:solidFill>
              </a:rPr>
              <a:t>23</a:t>
            </a:r>
          </a:p>
        </p:txBody>
      </p:sp>
      <p:sp>
        <p:nvSpPr>
          <p:cNvPr id="16" name="Rectangle 15"/>
          <p:cNvSpPr/>
          <p:nvPr/>
        </p:nvSpPr>
        <p:spPr>
          <a:xfrm>
            <a:off x="4419600" y="1447800"/>
            <a:ext cx="2743200" cy="1219200"/>
          </a:xfrm>
          <a:prstGeom prst="rect">
            <a:avLst/>
          </a:prstGeom>
        </p:spPr>
        <p:txBody>
          <a:bodyPr wrap="square">
            <a:spAutoFit/>
          </a:bodyPr>
          <a:lstStyle/>
          <a:p>
            <a:r>
              <a:rPr lang="en-US" b="1" dirty="0">
                <a:solidFill>
                  <a:srgbClr val="FF0000"/>
                </a:solidFill>
              </a:rPr>
              <a:t>Processing</a:t>
            </a:r>
          </a:p>
          <a:p>
            <a:r>
              <a:rPr lang="en-US" dirty="0">
                <a:solidFill>
                  <a:prstClr val="black"/>
                </a:solidFill>
              </a:rPr>
              <a:t> Today:- 2013/05/06 </a:t>
            </a:r>
          </a:p>
          <a:p>
            <a:r>
              <a:rPr lang="en-US" dirty="0">
                <a:solidFill>
                  <a:prstClr val="black"/>
                </a:solidFill>
              </a:rPr>
              <a:t>DOB    :-1990/05/06 </a:t>
            </a:r>
          </a:p>
          <a:p>
            <a:r>
              <a:rPr lang="en-US" dirty="0">
                <a:solidFill>
                  <a:prstClr val="black"/>
                </a:solidFill>
              </a:rPr>
              <a:t>	23-0-0 </a:t>
            </a:r>
          </a:p>
        </p:txBody>
      </p:sp>
      <p:pic>
        <p:nvPicPr>
          <p:cNvPr id="90114" name="Picture 2" descr="http://www.marcoclay.com/wp-content/uploads/2014/01/mound_clay.jpg"/>
          <p:cNvPicPr>
            <a:picLocks noChangeAspect="1" noChangeArrowheads="1"/>
          </p:cNvPicPr>
          <p:nvPr/>
        </p:nvPicPr>
        <p:blipFill>
          <a:blip r:embed="rId3"/>
          <a:srcRect/>
          <a:stretch>
            <a:fillRect/>
          </a:stretch>
        </p:blipFill>
        <p:spPr bwMode="auto">
          <a:xfrm>
            <a:off x="1524000" y="4876800"/>
            <a:ext cx="2971800" cy="1619098"/>
          </a:xfrm>
          <a:prstGeom prst="rect">
            <a:avLst/>
          </a:prstGeom>
          <a:noFill/>
        </p:spPr>
      </p:pic>
      <p:pic>
        <p:nvPicPr>
          <p:cNvPr id="90120" name="Picture 8" descr="http://creativescreenwriting.com/wp-content/uploads/2014/11/working-in-clay.jpg"/>
          <p:cNvPicPr>
            <a:picLocks noChangeAspect="1" noChangeArrowheads="1"/>
          </p:cNvPicPr>
          <p:nvPr/>
        </p:nvPicPr>
        <p:blipFill>
          <a:blip r:embed="rId4"/>
          <a:srcRect/>
          <a:stretch>
            <a:fillRect/>
          </a:stretch>
        </p:blipFill>
        <p:spPr bwMode="auto">
          <a:xfrm>
            <a:off x="5029200" y="4876801"/>
            <a:ext cx="2876550" cy="1618765"/>
          </a:xfrm>
          <a:prstGeom prst="rect">
            <a:avLst/>
          </a:prstGeom>
          <a:noFill/>
        </p:spPr>
      </p:pic>
      <p:pic>
        <p:nvPicPr>
          <p:cNvPr id="90122" name="Picture 10" descr="https://encrypted-tbn2.gstatic.com/images?q=tbn:ANd9GcQZ3KdgU0NI1sTEeHVW5A4bhexbGcEwzCnuGmQKIAPUxYGxM7zQ"/>
          <p:cNvPicPr>
            <a:picLocks noChangeAspect="1" noChangeArrowheads="1"/>
          </p:cNvPicPr>
          <p:nvPr/>
        </p:nvPicPr>
        <p:blipFill>
          <a:blip r:embed="rId5"/>
          <a:srcRect/>
          <a:stretch>
            <a:fillRect/>
          </a:stretch>
        </p:blipFill>
        <p:spPr bwMode="auto">
          <a:xfrm>
            <a:off x="8686801" y="4876800"/>
            <a:ext cx="1586821" cy="1676400"/>
          </a:xfrm>
          <a:prstGeom prst="rect">
            <a:avLst/>
          </a:prstGeom>
          <a:noFill/>
        </p:spPr>
      </p:pic>
      <p:cxnSp>
        <p:nvCxnSpPr>
          <p:cNvPr id="19" name="Straight Arrow Connector 18"/>
          <p:cNvCxnSpPr/>
          <p:nvPr/>
        </p:nvCxnSpPr>
        <p:spPr>
          <a:xfrm>
            <a:off x="4572000" y="5638800"/>
            <a:ext cx="3810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a:off x="8153400" y="5791200"/>
            <a:ext cx="3810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1" name="Text Box 5"/>
          <p:cNvSpPr txBox="1">
            <a:spLocks noChangeArrowheads="1"/>
          </p:cNvSpPr>
          <p:nvPr/>
        </p:nvSpPr>
        <p:spPr bwMode="auto">
          <a:xfrm>
            <a:off x="1905000" y="4419600"/>
            <a:ext cx="2209800" cy="381000"/>
          </a:xfrm>
          <a:prstGeom prst="rect">
            <a:avLst/>
          </a:prstGeom>
          <a:solidFill>
            <a:srgbClr val="FFFFFF"/>
          </a:solidFill>
          <a:ln w="9525">
            <a:noFill/>
            <a:miter lim="800000"/>
          </a:ln>
        </p:spPr>
        <p:txBody>
          <a:bodyPr vert="horz" wrap="square" lIns="91440" tIns="45720" rIns="91440" bIns="45720" numCol="1" anchor="t" anchorCtr="0" compatLnSpc="1"/>
          <a:lstStyle/>
          <a:p>
            <a:pPr fontAlgn="base">
              <a:spcBef>
                <a:spcPct val="0"/>
              </a:spcBef>
              <a:spcAft>
                <a:spcPts val="1000"/>
              </a:spcAft>
            </a:pPr>
            <a:r>
              <a:rPr lang="en-US" sz="2000" b="1" dirty="0">
                <a:solidFill>
                  <a:srgbClr val="FF0000"/>
                </a:solidFill>
                <a:latin typeface="Arial" panose="020B0604020202020204" pitchFamily="34" charset="0"/>
                <a:cs typeface="Arial" panose="020B0604020202020204" pitchFamily="34" charset="0"/>
              </a:rPr>
              <a:t>Raw material</a:t>
            </a:r>
          </a:p>
        </p:txBody>
      </p:sp>
      <p:sp>
        <p:nvSpPr>
          <p:cNvPr id="22" name="Text Box 5"/>
          <p:cNvSpPr txBox="1">
            <a:spLocks noChangeArrowheads="1"/>
          </p:cNvSpPr>
          <p:nvPr/>
        </p:nvSpPr>
        <p:spPr bwMode="auto">
          <a:xfrm>
            <a:off x="8458200" y="4419600"/>
            <a:ext cx="2209800" cy="381000"/>
          </a:xfrm>
          <a:prstGeom prst="rect">
            <a:avLst/>
          </a:prstGeom>
          <a:solidFill>
            <a:srgbClr val="FFFFFF"/>
          </a:solidFill>
          <a:ln w="9525">
            <a:noFill/>
            <a:miter lim="800000"/>
          </a:ln>
        </p:spPr>
        <p:txBody>
          <a:bodyPr vert="horz" wrap="square" lIns="91440" tIns="45720" rIns="91440" bIns="45720" numCol="1" anchor="t" anchorCtr="0" compatLnSpc="1"/>
          <a:lstStyle/>
          <a:p>
            <a:pPr fontAlgn="base">
              <a:spcBef>
                <a:spcPct val="0"/>
              </a:spcBef>
              <a:spcAft>
                <a:spcPts val="1000"/>
              </a:spcAft>
            </a:pPr>
            <a:r>
              <a:rPr lang="en-US" sz="2000" b="1" dirty="0">
                <a:solidFill>
                  <a:srgbClr val="FF0000"/>
                </a:solidFill>
                <a:latin typeface="Arial" panose="020B0604020202020204" pitchFamily="34" charset="0"/>
                <a:cs typeface="Arial" panose="020B0604020202020204" pitchFamily="34" charset="0"/>
              </a:rPr>
              <a:t>Final product</a:t>
            </a:r>
          </a:p>
        </p:txBody>
      </p:sp>
      <p:sp>
        <p:nvSpPr>
          <p:cNvPr id="23" name="Text Box 5"/>
          <p:cNvSpPr txBox="1">
            <a:spLocks noChangeArrowheads="1"/>
          </p:cNvSpPr>
          <p:nvPr/>
        </p:nvSpPr>
        <p:spPr bwMode="auto">
          <a:xfrm>
            <a:off x="5410200" y="4419600"/>
            <a:ext cx="2209800" cy="381000"/>
          </a:xfrm>
          <a:prstGeom prst="rect">
            <a:avLst/>
          </a:prstGeom>
          <a:solidFill>
            <a:srgbClr val="FFFFFF"/>
          </a:solidFill>
          <a:ln w="9525">
            <a:noFill/>
            <a:miter lim="800000"/>
          </a:ln>
        </p:spPr>
        <p:txBody>
          <a:bodyPr vert="horz" wrap="square" lIns="91440" tIns="45720" rIns="91440" bIns="45720" numCol="1" anchor="t" anchorCtr="0" compatLnSpc="1"/>
          <a:lstStyle/>
          <a:p>
            <a:pPr fontAlgn="base">
              <a:spcBef>
                <a:spcPct val="0"/>
              </a:spcBef>
              <a:spcAft>
                <a:spcPts val="1000"/>
              </a:spcAft>
            </a:pPr>
            <a:r>
              <a:rPr lang="en-US" sz="2000" b="1" dirty="0">
                <a:solidFill>
                  <a:srgbClr val="FF0000"/>
                </a:solidFill>
                <a:latin typeface="Arial" panose="020B0604020202020204" pitchFamily="34" charset="0"/>
                <a:cs typeface="Arial" panose="020B0604020202020204" pitchFamily="34" charset="0"/>
              </a:rPr>
              <a:t>processing</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GB" altLang="en-US" dirty="0">
                <a:latin typeface="Comic Sans MS" panose="030F0702030302020204" pitchFamily="66" charset="0"/>
              </a:rPr>
              <a:t>What is Data?</a:t>
            </a:r>
          </a:p>
        </p:txBody>
      </p:sp>
      <p:sp>
        <p:nvSpPr>
          <p:cNvPr id="22531" name="Text Box 3"/>
          <p:cNvSpPr txBox="1">
            <a:spLocks noChangeArrowheads="1"/>
          </p:cNvSpPr>
          <p:nvPr/>
        </p:nvSpPr>
        <p:spPr bwMode="auto">
          <a:xfrm>
            <a:off x="2362200" y="1438387"/>
            <a:ext cx="7391400" cy="3539430"/>
          </a:xfrm>
          <a:prstGeom prst="rect">
            <a:avLst/>
          </a:prstGeom>
          <a:noFill/>
          <a:ln w="9525">
            <a:noFill/>
            <a:miter lim="800000"/>
          </a:ln>
        </p:spPr>
        <p:txBody>
          <a:bodyPr>
            <a:spAutoFit/>
          </a:bodyPr>
          <a:lstStyle/>
          <a:p>
            <a:pPr>
              <a:spcBef>
                <a:spcPct val="50000"/>
              </a:spcBef>
            </a:pPr>
            <a:r>
              <a:rPr lang="en-GB" altLang="en-US" sz="2800" dirty="0">
                <a:solidFill>
                  <a:schemeClr val="bg1">
                    <a:lumMod val="95000"/>
                  </a:schemeClr>
                </a:solidFill>
                <a:latin typeface="Comic Sans MS" panose="030F0702030302020204" pitchFamily="66" charset="0"/>
              </a:rPr>
              <a:t>Data is a stream of raw facts representing things or events that have happened.</a:t>
            </a:r>
          </a:p>
          <a:p>
            <a:pPr>
              <a:spcBef>
                <a:spcPct val="50000"/>
              </a:spcBef>
            </a:pPr>
            <a:endParaRPr lang="en-GB" altLang="en-US" sz="2800" dirty="0">
              <a:solidFill>
                <a:schemeClr val="bg1">
                  <a:lumMod val="95000"/>
                </a:schemeClr>
              </a:solidFill>
              <a:latin typeface="Comic Sans MS" panose="030F0702030302020204" pitchFamily="66" charset="0"/>
            </a:endParaRPr>
          </a:p>
          <a:p>
            <a:pPr>
              <a:spcBef>
                <a:spcPct val="50000"/>
              </a:spcBef>
            </a:pPr>
            <a:endParaRPr lang="en-GB" altLang="en-US" sz="2800" dirty="0">
              <a:latin typeface="Comic Sans MS" panose="030F0702030302020204" pitchFamily="66" charset="0"/>
            </a:endParaRPr>
          </a:p>
          <a:p>
            <a:pPr>
              <a:spcBef>
                <a:spcPct val="50000"/>
              </a:spcBef>
            </a:pPr>
            <a:endParaRPr lang="en-GB" altLang="en-US" sz="2800" dirty="0">
              <a:latin typeface="Comic Sans MS" panose="030F0702030302020204" pitchFamily="66" charset="0"/>
            </a:endParaRPr>
          </a:p>
          <a:p>
            <a:pPr>
              <a:spcBef>
                <a:spcPct val="50000"/>
              </a:spcBef>
            </a:pPr>
            <a:endParaRPr lang="en-GB" altLang="en-US" sz="2800" dirty="0"/>
          </a:p>
        </p:txBody>
      </p:sp>
      <p:sp>
        <p:nvSpPr>
          <p:cNvPr id="22532" name="Text Box 4"/>
          <p:cNvSpPr txBox="1">
            <a:spLocks noChangeArrowheads="1"/>
          </p:cNvSpPr>
          <p:nvPr/>
        </p:nvSpPr>
        <p:spPr bwMode="auto">
          <a:xfrm>
            <a:off x="2362200" y="3962400"/>
            <a:ext cx="8056808" cy="3031599"/>
          </a:xfrm>
          <a:prstGeom prst="rect">
            <a:avLst/>
          </a:prstGeom>
          <a:noFill/>
          <a:ln w="9525">
            <a:noFill/>
            <a:miter lim="800000"/>
          </a:ln>
        </p:spPr>
        <p:txBody>
          <a:bodyPr wrap="square">
            <a:spAutoFit/>
          </a:bodyPr>
          <a:lstStyle/>
          <a:p>
            <a:pPr>
              <a:spcBef>
                <a:spcPct val="50000"/>
              </a:spcBef>
            </a:pPr>
            <a:r>
              <a:rPr lang="en-GB" altLang="en-US" sz="2800" dirty="0">
                <a:solidFill>
                  <a:schemeClr val="bg1"/>
                </a:solidFill>
                <a:latin typeface="Comic Sans MS" panose="030F0702030302020204" pitchFamily="66" charset="0"/>
              </a:rPr>
              <a:t>In ICT, we usually say that data is made up from four basic types:</a:t>
            </a:r>
          </a:p>
          <a:p>
            <a:pPr lvl="4">
              <a:spcBef>
                <a:spcPct val="50000"/>
              </a:spcBef>
              <a:buFontTx/>
              <a:buChar char="•"/>
            </a:pPr>
            <a:r>
              <a:rPr lang="en-GB" altLang="en-US" dirty="0">
                <a:solidFill>
                  <a:schemeClr val="bg1"/>
                </a:solidFill>
                <a:latin typeface="Comic Sans MS" panose="030F0702030302020204" pitchFamily="66" charset="0"/>
              </a:rPr>
              <a:t>  </a:t>
            </a:r>
            <a:r>
              <a:rPr lang="en-GB" altLang="en-US" b="1" dirty="0">
                <a:solidFill>
                  <a:schemeClr val="bg1"/>
                </a:solidFill>
                <a:latin typeface="Comic Sans MS" panose="030F0702030302020204" pitchFamily="66" charset="0"/>
              </a:rPr>
              <a:t>Numbers</a:t>
            </a:r>
          </a:p>
          <a:p>
            <a:pPr lvl="4">
              <a:spcBef>
                <a:spcPct val="50000"/>
              </a:spcBef>
              <a:buFontTx/>
              <a:buChar char="•"/>
            </a:pPr>
            <a:r>
              <a:rPr lang="en-GB" altLang="en-US" b="1" dirty="0">
                <a:solidFill>
                  <a:schemeClr val="bg1"/>
                </a:solidFill>
                <a:latin typeface="Comic Sans MS" panose="030F0702030302020204" pitchFamily="66" charset="0"/>
              </a:rPr>
              <a:t> Text</a:t>
            </a:r>
          </a:p>
          <a:p>
            <a:pPr lvl="4">
              <a:spcBef>
                <a:spcPct val="50000"/>
              </a:spcBef>
              <a:buFontTx/>
              <a:buChar char="•"/>
            </a:pPr>
            <a:r>
              <a:rPr lang="en-GB" altLang="en-US" b="1" dirty="0">
                <a:solidFill>
                  <a:schemeClr val="bg1"/>
                </a:solidFill>
                <a:latin typeface="Comic Sans MS" panose="030F0702030302020204" pitchFamily="66" charset="0"/>
              </a:rPr>
              <a:t> Images</a:t>
            </a:r>
          </a:p>
          <a:p>
            <a:pPr lvl="4">
              <a:spcBef>
                <a:spcPct val="50000"/>
              </a:spcBef>
              <a:buFontTx/>
              <a:buChar char="•"/>
            </a:pPr>
            <a:r>
              <a:rPr lang="en-GB" altLang="en-US" b="1" dirty="0">
                <a:solidFill>
                  <a:schemeClr val="bg1"/>
                </a:solidFill>
                <a:latin typeface="Comic Sans MS" panose="030F0702030302020204" pitchFamily="66" charset="0"/>
              </a:rPr>
              <a:t> Sound</a:t>
            </a:r>
            <a:r>
              <a:rPr lang="en-GB" altLang="en-US" dirty="0">
                <a:solidFill>
                  <a:schemeClr val="bg1"/>
                </a:solidFill>
                <a:latin typeface="Comic Sans MS" panose="030F0702030302020204" pitchFamily="66" charset="0"/>
              </a:rPr>
              <a:t> </a:t>
            </a:r>
          </a:p>
          <a:p>
            <a:pPr lvl="4">
              <a:spcBef>
                <a:spcPct val="50000"/>
              </a:spcBef>
            </a:pPr>
            <a:endParaRPr lang="en-GB" altLang="en-US" dirty="0"/>
          </a:p>
        </p:txBody>
      </p:sp>
      <p:pic>
        <p:nvPicPr>
          <p:cNvPr id="86018" name="Picture 2"/>
          <p:cNvPicPr>
            <a:picLocks noChangeAspect="1" noChangeArrowheads="1"/>
          </p:cNvPicPr>
          <p:nvPr/>
        </p:nvPicPr>
        <p:blipFill>
          <a:blip r:embed="rId2"/>
          <a:srcRect/>
          <a:stretch>
            <a:fillRect/>
          </a:stretch>
        </p:blipFill>
        <p:spPr bwMode="auto">
          <a:xfrm>
            <a:off x="1096817" y="2629078"/>
            <a:ext cx="10245438" cy="1138382"/>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53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53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253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532">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2532">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253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1" grpId="0"/>
      <p:bldP spid="22532" grpId="0" build="p" bldLvl="5"/>
    </p:bld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r>
              <a:rPr lang="en-GB" altLang="en-US">
                <a:latin typeface="Comic Sans MS" panose="030F0702030302020204" pitchFamily="66" charset="0"/>
              </a:rPr>
              <a:t>What is Information?</a:t>
            </a:r>
          </a:p>
        </p:txBody>
      </p:sp>
      <p:sp>
        <p:nvSpPr>
          <p:cNvPr id="31747" name="Text Box 3"/>
          <p:cNvSpPr txBox="1">
            <a:spLocks noChangeArrowheads="1"/>
          </p:cNvSpPr>
          <p:nvPr/>
        </p:nvSpPr>
        <p:spPr bwMode="auto">
          <a:xfrm>
            <a:off x="2362200" y="1773238"/>
            <a:ext cx="7391400" cy="2446824"/>
          </a:xfrm>
          <a:prstGeom prst="rect">
            <a:avLst/>
          </a:prstGeom>
          <a:noFill/>
          <a:ln w="9525">
            <a:noFill/>
            <a:miter lim="800000"/>
          </a:ln>
        </p:spPr>
        <p:txBody>
          <a:bodyPr>
            <a:spAutoFit/>
          </a:bodyPr>
          <a:lstStyle/>
          <a:p>
            <a:pPr marL="357505" indent="-357505">
              <a:spcBef>
                <a:spcPct val="50000"/>
              </a:spcBef>
              <a:buFontTx/>
              <a:buChar char="•"/>
            </a:pPr>
            <a:r>
              <a:rPr lang="en-GB" altLang="en-US" sz="2800" dirty="0">
                <a:solidFill>
                  <a:schemeClr val="bg1">
                    <a:lumMod val="95000"/>
                  </a:schemeClr>
                </a:solidFill>
                <a:latin typeface="+mj-lt"/>
              </a:rPr>
              <a:t>Information is data that has been processed to make it </a:t>
            </a:r>
            <a:r>
              <a:rPr lang="en-GB" altLang="en-US" sz="2800" i="1" dirty="0">
                <a:solidFill>
                  <a:schemeClr val="bg1">
                    <a:lumMod val="95000"/>
                  </a:schemeClr>
                </a:solidFill>
                <a:latin typeface="+mj-lt"/>
              </a:rPr>
              <a:t>meaningful</a:t>
            </a:r>
            <a:r>
              <a:rPr lang="en-GB" altLang="en-US" sz="2800" dirty="0">
                <a:solidFill>
                  <a:schemeClr val="bg1">
                    <a:lumMod val="95000"/>
                  </a:schemeClr>
                </a:solidFill>
                <a:latin typeface="+mj-lt"/>
              </a:rPr>
              <a:t> and </a:t>
            </a:r>
            <a:r>
              <a:rPr lang="en-GB" altLang="en-US" sz="2800" i="1" dirty="0">
                <a:solidFill>
                  <a:schemeClr val="bg1">
                    <a:lumMod val="95000"/>
                  </a:schemeClr>
                </a:solidFill>
                <a:latin typeface="+mj-lt"/>
              </a:rPr>
              <a:t>useful</a:t>
            </a:r>
          </a:p>
          <a:p>
            <a:pPr>
              <a:spcBef>
                <a:spcPct val="50000"/>
              </a:spcBef>
            </a:pPr>
            <a:r>
              <a:rPr lang="en-GB" altLang="en-US" sz="2800" b="1" dirty="0">
                <a:latin typeface="+mj-lt"/>
              </a:rPr>
              <a:t>     Data + Meaning = </a:t>
            </a:r>
            <a:r>
              <a:rPr lang="en-GB" altLang="en-US" sz="2800" b="1" dirty="0">
                <a:solidFill>
                  <a:srgbClr val="FF0000"/>
                </a:solidFill>
                <a:latin typeface="+mj-lt"/>
              </a:rPr>
              <a:t>Information</a:t>
            </a:r>
          </a:p>
          <a:p>
            <a:pPr>
              <a:spcBef>
                <a:spcPct val="50000"/>
              </a:spcBef>
            </a:pPr>
            <a:r>
              <a:rPr lang="en-GB" altLang="en-US" dirty="0">
                <a:latin typeface="+mj-lt"/>
              </a:rPr>
              <a:t> </a:t>
            </a:r>
          </a:p>
        </p:txBody>
      </p:sp>
      <p:pic>
        <p:nvPicPr>
          <p:cNvPr id="83969" name="Picture 1"/>
          <p:cNvPicPr>
            <a:picLocks noChangeAspect="1" noChangeArrowheads="1"/>
          </p:cNvPicPr>
          <p:nvPr/>
        </p:nvPicPr>
        <p:blipFill>
          <a:blip r:embed="rId2"/>
          <a:srcRect/>
          <a:stretch>
            <a:fillRect/>
          </a:stretch>
        </p:blipFill>
        <p:spPr bwMode="auto">
          <a:xfrm>
            <a:off x="558883" y="4091709"/>
            <a:ext cx="10635590" cy="1089891"/>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74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174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174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7"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altLang="en-US"/>
              <a:t>Data vs. Information</a:t>
            </a:r>
          </a:p>
        </p:txBody>
      </p:sp>
      <p:sp>
        <p:nvSpPr>
          <p:cNvPr id="7171" name="Rectangle 3"/>
          <p:cNvSpPr>
            <a:spLocks noGrp="1" noChangeArrowheads="1"/>
          </p:cNvSpPr>
          <p:nvPr>
            <p:ph type="body" sz="half" idx="1"/>
          </p:nvPr>
        </p:nvSpPr>
        <p:spPr/>
        <p:txBody>
          <a:bodyPr/>
          <a:lstStyle/>
          <a:p>
            <a:pPr>
              <a:buFont typeface="Wingdings" panose="05000000000000000000" pitchFamily="2" charset="2"/>
              <a:buNone/>
            </a:pPr>
            <a:r>
              <a:rPr lang="en-US" altLang="en-US" b="1" dirty="0">
                <a:solidFill>
                  <a:schemeClr val="tx2"/>
                </a:solidFill>
              </a:rPr>
              <a:t>Data</a:t>
            </a:r>
          </a:p>
          <a:p>
            <a:r>
              <a:rPr lang="en-US" altLang="en-US" dirty="0"/>
              <a:t>raw facts</a:t>
            </a:r>
          </a:p>
          <a:p>
            <a:r>
              <a:rPr lang="en-US" altLang="en-US" dirty="0"/>
              <a:t>no context</a:t>
            </a:r>
          </a:p>
          <a:p>
            <a:r>
              <a:rPr lang="en-US" altLang="en-US" dirty="0"/>
              <a:t>Useless</a:t>
            </a:r>
          </a:p>
          <a:p>
            <a:r>
              <a:rPr lang="en-US" altLang="en-US" dirty="0"/>
              <a:t>Before processed</a:t>
            </a:r>
          </a:p>
          <a:p>
            <a:r>
              <a:rPr lang="en-US" altLang="en-US" dirty="0"/>
              <a:t>No  value-added </a:t>
            </a:r>
          </a:p>
          <a:p>
            <a:r>
              <a:rPr lang="en-US" altLang="en-US" dirty="0"/>
              <a:t>just numbers and text etc .. without meaning</a:t>
            </a:r>
          </a:p>
        </p:txBody>
      </p:sp>
      <p:sp>
        <p:nvSpPr>
          <p:cNvPr id="7172" name="Rectangle 4"/>
          <p:cNvSpPr>
            <a:spLocks noGrp="1" noChangeArrowheads="1"/>
          </p:cNvSpPr>
          <p:nvPr>
            <p:ph type="body" sz="half" idx="2"/>
          </p:nvPr>
        </p:nvSpPr>
        <p:spPr/>
        <p:txBody>
          <a:bodyPr>
            <a:normAutofit/>
          </a:bodyPr>
          <a:lstStyle/>
          <a:p>
            <a:pPr>
              <a:buFont typeface="Wingdings" panose="05000000000000000000" pitchFamily="2" charset="2"/>
              <a:buNone/>
            </a:pPr>
            <a:r>
              <a:rPr lang="en-US" altLang="en-US" b="1" dirty="0">
                <a:solidFill>
                  <a:schemeClr val="tx2"/>
                </a:solidFill>
              </a:rPr>
              <a:t>Information</a:t>
            </a:r>
          </a:p>
          <a:p>
            <a:r>
              <a:rPr lang="en-US" altLang="en-US" dirty="0"/>
              <a:t>Final result</a:t>
            </a:r>
          </a:p>
          <a:p>
            <a:r>
              <a:rPr lang="en-US" altLang="en-US" dirty="0"/>
              <a:t>with context</a:t>
            </a:r>
          </a:p>
          <a:p>
            <a:r>
              <a:rPr lang="en-US" altLang="en-US" dirty="0"/>
              <a:t>Useable</a:t>
            </a:r>
          </a:p>
          <a:p>
            <a:r>
              <a:rPr lang="en-US" altLang="en-US" dirty="0"/>
              <a:t>processed data</a:t>
            </a:r>
          </a:p>
          <a:p>
            <a:r>
              <a:rPr lang="en-US" altLang="en-US" dirty="0"/>
              <a:t>value-added to data</a:t>
            </a:r>
          </a:p>
          <a:p>
            <a:pPr lvl="1"/>
            <a:r>
              <a:rPr lang="en-US" altLang="en-US" sz="1400" dirty="0"/>
              <a:t>Summarized, organized, Analyzed</a:t>
            </a:r>
          </a:p>
          <a:p>
            <a:r>
              <a:rPr lang="en-US" altLang="en-US" dirty="0"/>
              <a:t>just numbers and text etc .. with meaning</a:t>
            </a:r>
          </a:p>
          <a:p>
            <a:endParaRPr lang="en-US" altLang="en-US" dirty="0"/>
          </a:p>
        </p:txBody>
      </p:sp>
      <p:sp>
        <p:nvSpPr>
          <p:cNvPr id="7173" name="FlagCount" hidden="1">
            <a:hlinkClick r:id="rId2" action="ppaction://hlinkfile"/>
          </p:cNvPr>
          <p:cNvSpPr>
            <a:spLocks noChangeArrowheads="1"/>
          </p:cNvSpPr>
          <p:nvPr/>
        </p:nvSpPr>
        <p:spPr bwMode="auto">
          <a:xfrm>
            <a:off x="9779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ln>
        </p:spPr>
        <p:txBody>
          <a:bodyPr wrap="none" anchor="ctr"/>
          <a:lstStyle/>
          <a:p>
            <a:r>
              <a:rPr lang="en-US" altLang="en-US" sz="1400" b="1">
                <a:latin typeface="Tahoma" panose="020B0604030504040204" pitchFamily="34" charset="0"/>
              </a:rPr>
              <a:t>0</a:t>
            </a:r>
          </a:p>
        </p:txBody>
      </p:sp>
      <p:pic>
        <p:nvPicPr>
          <p:cNvPr id="7" name="Picture 2" descr="http://www.marcoclay.com/wp-content/uploads/2014/01/mound_clay.jpg"/>
          <p:cNvPicPr>
            <a:picLocks noChangeAspect="1" noChangeArrowheads="1"/>
          </p:cNvPicPr>
          <p:nvPr/>
        </p:nvPicPr>
        <p:blipFill>
          <a:blip r:embed="rId3" cstate="print"/>
          <a:srcRect/>
          <a:stretch>
            <a:fillRect/>
          </a:stretch>
        </p:blipFill>
        <p:spPr bwMode="auto">
          <a:xfrm>
            <a:off x="2895600" y="1524000"/>
            <a:ext cx="1143000" cy="622730"/>
          </a:xfrm>
          <a:prstGeom prst="rect">
            <a:avLst/>
          </a:prstGeom>
          <a:noFill/>
        </p:spPr>
      </p:pic>
      <p:pic>
        <p:nvPicPr>
          <p:cNvPr id="8" name="Picture 10" descr="https://encrypted-tbn2.gstatic.com/images?q=tbn:ANd9GcQZ3KdgU0NI1sTEeHVW5A4bhexbGcEwzCnuGmQKIAPUxYGxM7zQ"/>
          <p:cNvPicPr>
            <a:picLocks noChangeAspect="1" noChangeArrowheads="1"/>
          </p:cNvPicPr>
          <p:nvPr/>
        </p:nvPicPr>
        <p:blipFill>
          <a:blip r:embed="rId4"/>
          <a:srcRect/>
          <a:stretch>
            <a:fillRect/>
          </a:stretch>
        </p:blipFill>
        <p:spPr bwMode="auto">
          <a:xfrm>
            <a:off x="8382002" y="1371601"/>
            <a:ext cx="685799" cy="724514"/>
          </a:xfrm>
          <a:prstGeom prst="rect">
            <a:avLst/>
          </a:prstGeom>
          <a:noFill/>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DATABASE</a:t>
            </a:r>
          </a:p>
        </p:txBody>
      </p:sp>
      <p:sp>
        <p:nvSpPr>
          <p:cNvPr id="3" name="Content Placeholder 2"/>
          <p:cNvSpPr>
            <a:spLocks noGrp="1"/>
          </p:cNvSpPr>
          <p:nvPr>
            <p:ph idx="1"/>
          </p:nvPr>
        </p:nvSpPr>
        <p:spPr/>
        <p:txBody>
          <a:bodyPr/>
          <a:lstStyle/>
          <a:p>
            <a:pPr>
              <a:buNone/>
            </a:pPr>
            <a:r>
              <a:rPr lang="en-GB" sz="4000" b="1" u="sng" dirty="0">
                <a:solidFill>
                  <a:srgbClr val="FF0066"/>
                </a:solidFill>
              </a:rPr>
              <a:t>DEFINITION</a:t>
            </a:r>
          </a:p>
          <a:p>
            <a:pPr algn="just"/>
            <a:r>
              <a:rPr lang="en-GB" dirty="0"/>
              <a:t>A shared collection of logically related data designed to meet the information requirements of an organisation</a:t>
            </a:r>
            <a:r>
              <a:rPr lang="en-GB" dirty="0">
                <a:solidFill>
                  <a:srgbClr val="3333CC"/>
                </a:solidFill>
              </a:rPr>
              <a:t>.</a:t>
            </a:r>
          </a:p>
          <a:p>
            <a:endParaRPr lang="en-US" dirty="0"/>
          </a:p>
        </p:txBody>
      </p:sp>
      <p:sp>
        <p:nvSpPr>
          <p:cNvPr id="4" name="Slide Number Placeholder 3"/>
          <p:cNvSpPr>
            <a:spLocks noGrp="1"/>
          </p:cNvSpPr>
          <p:nvPr>
            <p:ph type="sldNum" sz="quarter" idx="12"/>
          </p:nvPr>
        </p:nvSpPr>
        <p:spPr/>
        <p:txBody>
          <a:bodyPr/>
          <a:lstStyle/>
          <a:p>
            <a:fld id="{DA7DF29F-8EBD-4955-8135-77E3F3B8D1FA}" type="slidenum">
              <a:rPr lang="en-US" smtClean="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pPr eaLnBrk="1" hangingPunct="1"/>
            <a:r>
              <a:rPr lang="en-US" b="1" dirty="0"/>
              <a:t>Types of Databases</a:t>
            </a:r>
          </a:p>
        </p:txBody>
      </p:sp>
      <p:sp>
        <p:nvSpPr>
          <p:cNvPr id="7171" name="Rectangle 3"/>
          <p:cNvSpPr>
            <a:spLocks noGrp="1" noChangeArrowheads="1"/>
          </p:cNvSpPr>
          <p:nvPr>
            <p:ph idx="1"/>
          </p:nvPr>
        </p:nvSpPr>
        <p:spPr/>
        <p:txBody>
          <a:bodyPr>
            <a:normAutofit/>
          </a:bodyPr>
          <a:lstStyle/>
          <a:p>
            <a:pPr eaLnBrk="1" hangingPunct="1"/>
            <a:r>
              <a:rPr lang="en-US" dirty="0">
                <a:solidFill>
                  <a:srgbClr val="FF6600"/>
                </a:solidFill>
              </a:rPr>
              <a:t>Manual file   Processing </a:t>
            </a:r>
            <a:r>
              <a:rPr lang="en-US" dirty="0">
                <a:solidFill>
                  <a:srgbClr val="92D050"/>
                </a:solidFill>
              </a:rPr>
              <a:t>(paper based)</a:t>
            </a:r>
          </a:p>
          <a:p>
            <a:pPr lvl="1" eaLnBrk="1" hangingPunct="1"/>
            <a:r>
              <a:rPr lang="en-US" sz="3200" dirty="0">
                <a:solidFill>
                  <a:srgbClr val="00B050"/>
                </a:solidFill>
              </a:rPr>
              <a:t>Time Consuming</a:t>
            </a:r>
          </a:p>
          <a:p>
            <a:pPr lvl="1" eaLnBrk="1" hangingPunct="1"/>
            <a:r>
              <a:rPr lang="en-US" sz="3200" dirty="0">
                <a:solidFill>
                  <a:srgbClr val="00B050"/>
                </a:solidFill>
              </a:rPr>
              <a:t>Does not support large volumes of data</a:t>
            </a:r>
          </a:p>
          <a:p>
            <a:pPr eaLnBrk="1" hangingPunct="1"/>
            <a:r>
              <a:rPr lang="en-US" dirty="0">
                <a:solidFill>
                  <a:srgbClr val="FF6600"/>
                </a:solidFill>
              </a:rPr>
              <a:t>File based Processing</a:t>
            </a:r>
          </a:p>
          <a:p>
            <a:pPr eaLnBrk="1" hangingPunct="1">
              <a:buFontTx/>
              <a:buNone/>
            </a:pPr>
            <a:endParaRPr lang="en-US" dirty="0">
              <a:solidFill>
                <a:srgbClr val="FF6600"/>
              </a:solidFill>
            </a:endParaRPr>
          </a:p>
          <a:p>
            <a:pPr eaLnBrk="1" hangingPunct="1"/>
            <a:r>
              <a:rPr lang="en-US" dirty="0">
                <a:solidFill>
                  <a:srgbClr val="FF6600"/>
                </a:solidFill>
              </a:rPr>
              <a:t>Database Management system</a:t>
            </a:r>
          </a:p>
        </p:txBody>
      </p:sp>
      <p:sp>
        <p:nvSpPr>
          <p:cNvPr id="4" name="Slide Number Placeholder 3"/>
          <p:cNvSpPr>
            <a:spLocks noGrp="1"/>
          </p:cNvSpPr>
          <p:nvPr>
            <p:ph type="sldNum" sz="quarter" idx="12"/>
          </p:nvPr>
        </p:nvSpPr>
        <p:spPr/>
        <p:txBody>
          <a:bodyPr/>
          <a:lstStyle/>
          <a:p>
            <a:fld id="{DA7DF29F-8EBD-4955-8135-77E3F3B8D1FA}" type="slidenum">
              <a:rPr lang="en-US" smtClean="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Problem in file based system</a:t>
            </a:r>
          </a:p>
        </p:txBody>
      </p:sp>
      <p:sp>
        <p:nvSpPr>
          <p:cNvPr id="3" name="Content Placeholder 2"/>
          <p:cNvSpPr>
            <a:spLocks noGrp="1"/>
          </p:cNvSpPr>
          <p:nvPr>
            <p:ph idx="1"/>
          </p:nvPr>
        </p:nvSpPr>
        <p:spPr/>
        <p:txBody>
          <a:bodyPr>
            <a:normAutofit fontScale="92500" lnSpcReduction="20000"/>
          </a:bodyPr>
          <a:lstStyle/>
          <a:p>
            <a:r>
              <a:rPr lang="en-US" dirty="0"/>
              <a:t>Inconsistent data </a:t>
            </a:r>
          </a:p>
          <a:p>
            <a:r>
              <a:rPr lang="en-US" dirty="0"/>
              <a:t>Data duplication/ Redundancy </a:t>
            </a:r>
          </a:p>
          <a:p>
            <a:r>
              <a:rPr lang="en-US" dirty="0"/>
              <a:t>Security</a:t>
            </a:r>
          </a:p>
          <a:p>
            <a:r>
              <a:rPr lang="en-US" dirty="0"/>
              <a:t>Inflexibility</a:t>
            </a:r>
          </a:p>
          <a:p>
            <a:r>
              <a:rPr lang="en-US" dirty="0"/>
              <a:t>Difficult  in accessing  the data</a:t>
            </a:r>
          </a:p>
          <a:p>
            <a:r>
              <a:rPr lang="en-US" dirty="0"/>
              <a:t>Isolation</a:t>
            </a:r>
          </a:p>
          <a:p>
            <a:r>
              <a:rPr lang="en-US" dirty="0"/>
              <a:t>Limited data sharing</a:t>
            </a:r>
          </a:p>
          <a:p>
            <a:r>
              <a:rPr lang="en-US" dirty="0"/>
              <a:t>Excessive program maintenance</a:t>
            </a:r>
          </a:p>
          <a:p>
            <a:endParaRPr lang="en-US" dirty="0"/>
          </a:p>
          <a:p>
            <a:r>
              <a:rPr lang="en-GB" dirty="0">
                <a:solidFill>
                  <a:srgbClr val="FF6600"/>
                </a:solidFill>
              </a:rPr>
              <a:t>How do we resolve these problems?</a:t>
            </a:r>
          </a:p>
        </p:txBody>
      </p:sp>
      <p:sp>
        <p:nvSpPr>
          <p:cNvPr id="4" name="Slide Number Placeholder 3"/>
          <p:cNvSpPr>
            <a:spLocks noGrp="1"/>
          </p:cNvSpPr>
          <p:nvPr>
            <p:ph type="sldNum" sz="quarter" idx="12"/>
          </p:nvPr>
        </p:nvSpPr>
        <p:spPr/>
        <p:txBody>
          <a:bodyPr/>
          <a:lstStyle/>
          <a:p>
            <a:fld id="{DA7DF29F-8EBD-4955-8135-77E3F3B8D1FA}" type="slidenum">
              <a:rPr lang="en-US" smtClean="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194" name="Object 2">
            <a:hlinkClick r:id="" action="ppaction://ole?verb=0"/>
          </p:cNvPr>
          <p:cNvGraphicFramePr/>
          <p:nvPr/>
        </p:nvGraphicFramePr>
        <p:xfrm>
          <a:off x="1747838" y="2057400"/>
          <a:ext cx="766762" cy="850900"/>
        </p:xfrm>
        <a:graphic>
          <a:graphicData uri="http://schemas.openxmlformats.org/presentationml/2006/ole">
            <mc:AlternateContent xmlns:mc="http://schemas.openxmlformats.org/markup-compatibility/2006">
              <mc:Choice xmlns:v="urn:schemas-microsoft-com:vml" Requires="v">
                <p:oleObj name="Clip" r:id="rId3" imgW="1315085" imgH="996950" progId="">
                  <p:embed/>
                </p:oleObj>
              </mc:Choice>
              <mc:Fallback>
                <p:oleObj name="Clip" r:id="rId3" imgW="1315085" imgH="996950" progId="">
                  <p:embed/>
                  <p:pic>
                    <p:nvPicPr>
                      <p:cNvPr id="0" name="Picture 1027"/>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47838" y="2057400"/>
                        <a:ext cx="766762" cy="850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195" name="Object 18">
            <a:hlinkClick r:id="" action="ppaction://ole?verb=0"/>
          </p:cNvPr>
          <p:cNvGraphicFramePr/>
          <p:nvPr/>
        </p:nvGraphicFramePr>
        <p:xfrm>
          <a:off x="1785938" y="4724400"/>
          <a:ext cx="792162" cy="850900"/>
        </p:xfrm>
        <a:graphic>
          <a:graphicData uri="http://schemas.openxmlformats.org/presentationml/2006/ole">
            <mc:AlternateContent xmlns:mc="http://schemas.openxmlformats.org/markup-compatibility/2006">
              <mc:Choice xmlns:v="urn:schemas-microsoft-com:vml" Requires="v">
                <p:oleObj name="Clip" r:id="rId3" imgW="1315085" imgH="996950" progId="">
                  <p:embed/>
                </p:oleObj>
              </mc:Choice>
              <mc:Fallback>
                <p:oleObj name="Clip" r:id="rId3" imgW="1315085" imgH="996950" progId="">
                  <p:embed/>
                  <p:pic>
                    <p:nvPicPr>
                      <p:cNvPr id="0" name="Picture 1028"/>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85938" y="4724400"/>
                        <a:ext cx="792162" cy="850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196" name="Rectangle 26"/>
          <p:cNvSpPr>
            <a:spLocks noChangeArrowheads="1"/>
          </p:cNvSpPr>
          <p:nvPr/>
        </p:nvSpPr>
        <p:spPr bwMode="auto">
          <a:xfrm>
            <a:off x="7924801" y="5884864"/>
            <a:ext cx="2320925" cy="363537"/>
          </a:xfrm>
          <a:prstGeom prst="rect">
            <a:avLst/>
          </a:prstGeom>
          <a:noFill/>
          <a:ln w="12700">
            <a:noFill/>
            <a:miter lim="800000"/>
          </a:ln>
        </p:spPr>
        <p:txBody>
          <a:bodyPr lIns="90488" tIns="44450" rIns="90488" bIns="44450">
            <a:spAutoFit/>
          </a:bodyPr>
          <a:lstStyle/>
          <a:p>
            <a:pPr eaLnBrk="0" hangingPunct="0"/>
            <a:r>
              <a:rPr lang="en-GB" dirty="0">
                <a:solidFill>
                  <a:srgbClr val="FF6600"/>
                </a:solidFill>
                <a:latin typeface="Times New Roman" panose="02020603050405020304" pitchFamily="18" charset="0"/>
              </a:rPr>
              <a:t>Library System Files</a:t>
            </a:r>
          </a:p>
        </p:txBody>
      </p:sp>
      <p:sp>
        <p:nvSpPr>
          <p:cNvPr id="8197" name="Rectangle 34"/>
          <p:cNvSpPr>
            <a:spLocks noGrp="1" noChangeArrowheads="1"/>
          </p:cNvSpPr>
          <p:nvPr>
            <p:ph type="title"/>
          </p:nvPr>
        </p:nvSpPr>
        <p:spPr/>
        <p:txBody>
          <a:bodyPr/>
          <a:lstStyle/>
          <a:p>
            <a:pPr eaLnBrk="1" hangingPunct="1"/>
            <a:r>
              <a:rPr lang="en-GB" sz="3600" b="1"/>
              <a:t>File Based Processing</a:t>
            </a:r>
          </a:p>
        </p:txBody>
      </p:sp>
      <p:graphicFrame>
        <p:nvGraphicFramePr>
          <p:cNvPr id="34900" name="Group 84"/>
          <p:cNvGraphicFramePr>
            <a:graphicFrameLocks noGrp="1"/>
          </p:cNvGraphicFramePr>
          <p:nvPr>
            <p:ph sz="half" idx="1"/>
          </p:nvPr>
        </p:nvGraphicFramePr>
        <p:xfrm>
          <a:off x="3352800" y="1852614"/>
          <a:ext cx="3886200" cy="1196975"/>
        </p:xfrm>
        <a:graphic>
          <a:graphicData uri="http://schemas.openxmlformats.org/drawingml/2006/table">
            <a:tbl>
              <a:tblPr/>
              <a:tblGrid>
                <a:gridCol w="1285875">
                  <a:extLst>
                    <a:ext uri="{9D8B030D-6E8A-4147-A177-3AD203B41FA5}">
                      <a16:colId xmlns:a16="http://schemas.microsoft.com/office/drawing/2014/main" val="20000"/>
                    </a:ext>
                  </a:extLst>
                </a:gridCol>
                <a:gridCol w="2600325">
                  <a:extLst>
                    <a:ext uri="{9D8B030D-6E8A-4147-A177-3AD203B41FA5}">
                      <a16:colId xmlns:a16="http://schemas.microsoft.com/office/drawing/2014/main" val="20001"/>
                    </a:ext>
                  </a:extLst>
                </a:gridCol>
              </a:tblGrid>
              <a:tr h="1196975">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sz="2000" b="1" i="0" u="none" strike="noStrike" cap="none" normalizeH="0" baseline="0" dirty="0">
                          <a:ln>
                            <a:noFill/>
                          </a:ln>
                          <a:solidFill>
                            <a:srgbClr val="00B050"/>
                          </a:solidFill>
                          <a:effectLst/>
                          <a:latin typeface="Garamond" panose="02020404030301010803" pitchFamily="18" charset="0"/>
                        </a:rPr>
                        <a:t>Data Entry</a:t>
                      </a:r>
                    </a:p>
                  </a:txBody>
                  <a:tcPr marT="45744" marB="4574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sz="2000" b="1" i="0" u="none" strike="noStrike" cap="none" normalizeH="0" baseline="0" dirty="0">
                          <a:ln>
                            <a:noFill/>
                          </a:ln>
                          <a:solidFill>
                            <a:srgbClr val="00B050"/>
                          </a:solidFill>
                          <a:effectLst/>
                          <a:latin typeface="Garamond" panose="02020404030301010803" pitchFamily="18" charset="0"/>
                        </a:rPr>
                        <a:t>File </a:t>
                      </a:r>
                    </a:p>
                    <a:p>
                      <a:pPr marL="0" marR="0" lvl="0" indent="0" algn="l" defTabSz="914400" rtl="0" eaLnBrk="1" fontAlgn="base" latinLnBrk="0" hangingPunct="1">
                        <a:lnSpc>
                          <a:spcPct val="100000"/>
                        </a:lnSpc>
                        <a:spcBef>
                          <a:spcPct val="20000"/>
                        </a:spcBef>
                        <a:spcAft>
                          <a:spcPct val="0"/>
                        </a:spcAft>
                        <a:buClrTx/>
                        <a:buSzTx/>
                        <a:buFontTx/>
                        <a:buNone/>
                      </a:pPr>
                      <a:r>
                        <a:rPr kumimoji="0" lang="en-US" sz="2000" b="1" i="0" u="none" strike="noStrike" cap="none" normalizeH="0" baseline="0" dirty="0">
                          <a:ln>
                            <a:noFill/>
                          </a:ln>
                          <a:solidFill>
                            <a:srgbClr val="00B050"/>
                          </a:solidFill>
                          <a:effectLst/>
                          <a:latin typeface="Garamond" panose="02020404030301010803" pitchFamily="18" charset="0"/>
                        </a:rPr>
                        <a:t>Processing</a:t>
                      </a:r>
                    </a:p>
                  </a:txBody>
                  <a:tcPr marT="45744" marB="4574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34903" name="Group 87"/>
          <p:cNvGraphicFramePr>
            <a:graphicFrameLocks noGrp="1"/>
          </p:cNvGraphicFramePr>
          <p:nvPr>
            <p:ph sz="half" idx="2"/>
          </p:nvPr>
        </p:nvGraphicFramePr>
        <p:xfrm>
          <a:off x="3352800" y="4259264"/>
          <a:ext cx="3657600" cy="1304925"/>
        </p:xfrm>
        <a:graphic>
          <a:graphicData uri="http://schemas.openxmlformats.org/drawingml/2006/table">
            <a:tbl>
              <a:tblPr/>
              <a:tblGrid>
                <a:gridCol w="1209675">
                  <a:extLst>
                    <a:ext uri="{9D8B030D-6E8A-4147-A177-3AD203B41FA5}">
                      <a16:colId xmlns:a16="http://schemas.microsoft.com/office/drawing/2014/main" val="20000"/>
                    </a:ext>
                  </a:extLst>
                </a:gridCol>
                <a:gridCol w="2447925">
                  <a:extLst>
                    <a:ext uri="{9D8B030D-6E8A-4147-A177-3AD203B41FA5}">
                      <a16:colId xmlns:a16="http://schemas.microsoft.com/office/drawing/2014/main" val="20001"/>
                    </a:ext>
                  </a:extLst>
                </a:gridCol>
              </a:tblGrid>
              <a:tr h="1304925">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sz="2000" b="1" i="0" u="none" strike="noStrike" cap="none" normalizeH="0" baseline="0" dirty="0">
                          <a:ln>
                            <a:noFill/>
                          </a:ln>
                          <a:solidFill>
                            <a:srgbClr val="00B050"/>
                          </a:solidFill>
                          <a:effectLst/>
                          <a:latin typeface="Garamond" panose="02020404030301010803" pitchFamily="18" charset="0"/>
                        </a:rPr>
                        <a:t>Data Entry</a:t>
                      </a:r>
                    </a:p>
                  </a:txBody>
                  <a:tcPr marT="45742" marB="4574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sz="2000" b="1" i="0" u="none" strike="noStrike" cap="none" normalizeH="0" baseline="0" dirty="0">
                          <a:ln>
                            <a:noFill/>
                          </a:ln>
                          <a:solidFill>
                            <a:srgbClr val="00B050"/>
                          </a:solidFill>
                          <a:effectLst/>
                          <a:latin typeface="Garamond" panose="02020404030301010803" pitchFamily="18" charset="0"/>
                        </a:rPr>
                        <a:t>File </a:t>
                      </a:r>
                    </a:p>
                    <a:p>
                      <a:pPr marL="0" marR="0" lvl="0" indent="0" algn="l" defTabSz="914400" rtl="0" eaLnBrk="1" fontAlgn="base" latinLnBrk="0" hangingPunct="1">
                        <a:lnSpc>
                          <a:spcPct val="100000"/>
                        </a:lnSpc>
                        <a:spcBef>
                          <a:spcPct val="20000"/>
                        </a:spcBef>
                        <a:spcAft>
                          <a:spcPct val="0"/>
                        </a:spcAft>
                        <a:buClrTx/>
                        <a:buSzTx/>
                        <a:buFontTx/>
                        <a:buNone/>
                      </a:pPr>
                      <a:r>
                        <a:rPr kumimoji="0" lang="en-US" sz="2000" b="1" i="0" u="none" strike="noStrike" cap="none" normalizeH="0" baseline="0" dirty="0">
                          <a:ln>
                            <a:noFill/>
                          </a:ln>
                          <a:solidFill>
                            <a:srgbClr val="00B050"/>
                          </a:solidFill>
                          <a:effectLst/>
                          <a:latin typeface="Garamond" panose="02020404030301010803" pitchFamily="18" charset="0"/>
                        </a:rPr>
                        <a:t>Processing</a:t>
                      </a:r>
                    </a:p>
                    <a:p>
                      <a:pPr marL="0" marR="0" lvl="0" indent="0" algn="l" defTabSz="914400" rtl="0" eaLnBrk="1" fontAlgn="base" latinLnBrk="0" hangingPunct="1">
                        <a:lnSpc>
                          <a:spcPct val="100000"/>
                        </a:lnSpc>
                        <a:spcBef>
                          <a:spcPct val="20000"/>
                        </a:spcBef>
                        <a:spcAft>
                          <a:spcPct val="0"/>
                        </a:spcAft>
                        <a:buClrTx/>
                        <a:buSzTx/>
                        <a:buFontTx/>
                        <a:buNone/>
                      </a:pPr>
                      <a:endParaRPr kumimoji="0" lang="en-US" sz="2000" b="1" i="0" u="none" strike="noStrike" cap="none" normalizeH="0" baseline="0" dirty="0">
                        <a:ln>
                          <a:noFill/>
                        </a:ln>
                        <a:solidFill>
                          <a:srgbClr val="3333CC"/>
                        </a:solidFill>
                        <a:effectLst/>
                        <a:latin typeface="Garamond" panose="02020404030301010803" pitchFamily="18" charset="0"/>
                      </a:endParaRPr>
                    </a:p>
                  </a:txBody>
                  <a:tcPr marT="45742" marB="4574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8218" name="AutoShape 88"/>
          <p:cNvSpPr>
            <a:spLocks noChangeArrowheads="1"/>
          </p:cNvSpPr>
          <p:nvPr/>
        </p:nvSpPr>
        <p:spPr bwMode="auto">
          <a:xfrm>
            <a:off x="2514600" y="2209801"/>
            <a:ext cx="685800" cy="257175"/>
          </a:xfrm>
          <a:prstGeom prst="leftRightArrow">
            <a:avLst>
              <a:gd name="adj1" fmla="val 50000"/>
              <a:gd name="adj2" fmla="val 53333"/>
            </a:avLst>
          </a:prstGeom>
          <a:solidFill>
            <a:srgbClr val="008000"/>
          </a:solidFill>
          <a:ln w="9525">
            <a:solidFill>
              <a:schemeClr val="tx1"/>
            </a:solidFill>
            <a:miter lim="800000"/>
          </a:ln>
        </p:spPr>
        <p:txBody>
          <a:bodyPr wrap="none" anchor="ctr"/>
          <a:lstStyle/>
          <a:p>
            <a:endParaRPr lang="en-US"/>
          </a:p>
        </p:txBody>
      </p:sp>
      <p:sp>
        <p:nvSpPr>
          <p:cNvPr id="8219" name="AutoShape 89"/>
          <p:cNvSpPr>
            <a:spLocks noChangeArrowheads="1"/>
          </p:cNvSpPr>
          <p:nvPr/>
        </p:nvSpPr>
        <p:spPr bwMode="auto">
          <a:xfrm>
            <a:off x="2514600" y="4848226"/>
            <a:ext cx="685800" cy="257175"/>
          </a:xfrm>
          <a:prstGeom prst="leftRightArrow">
            <a:avLst>
              <a:gd name="adj1" fmla="val 50000"/>
              <a:gd name="adj2" fmla="val 53333"/>
            </a:avLst>
          </a:prstGeom>
          <a:solidFill>
            <a:srgbClr val="008000"/>
          </a:solidFill>
          <a:ln w="9525">
            <a:solidFill>
              <a:schemeClr val="tx1"/>
            </a:solidFill>
            <a:miter lim="800000"/>
          </a:ln>
        </p:spPr>
        <p:txBody>
          <a:bodyPr wrap="none" anchor="ctr"/>
          <a:lstStyle/>
          <a:p>
            <a:endParaRPr lang="en-US"/>
          </a:p>
        </p:txBody>
      </p:sp>
      <p:sp>
        <p:nvSpPr>
          <p:cNvPr id="8220" name="AutoShape 90"/>
          <p:cNvSpPr>
            <a:spLocks noChangeArrowheads="1"/>
          </p:cNvSpPr>
          <p:nvPr/>
        </p:nvSpPr>
        <p:spPr bwMode="auto">
          <a:xfrm>
            <a:off x="7391400" y="2209801"/>
            <a:ext cx="685800" cy="257175"/>
          </a:xfrm>
          <a:prstGeom prst="leftRightArrow">
            <a:avLst>
              <a:gd name="adj1" fmla="val 50000"/>
              <a:gd name="adj2" fmla="val 53333"/>
            </a:avLst>
          </a:prstGeom>
          <a:solidFill>
            <a:srgbClr val="008000"/>
          </a:solidFill>
          <a:ln w="9525">
            <a:solidFill>
              <a:schemeClr val="tx1"/>
            </a:solidFill>
            <a:miter lim="800000"/>
          </a:ln>
        </p:spPr>
        <p:txBody>
          <a:bodyPr wrap="none" anchor="ctr"/>
          <a:lstStyle/>
          <a:p>
            <a:endParaRPr lang="en-US"/>
          </a:p>
        </p:txBody>
      </p:sp>
      <p:sp>
        <p:nvSpPr>
          <p:cNvPr id="8221" name="AutoShape 91"/>
          <p:cNvSpPr>
            <a:spLocks noChangeArrowheads="1"/>
          </p:cNvSpPr>
          <p:nvPr/>
        </p:nvSpPr>
        <p:spPr bwMode="auto">
          <a:xfrm>
            <a:off x="7239000" y="4848226"/>
            <a:ext cx="685800" cy="257175"/>
          </a:xfrm>
          <a:prstGeom prst="leftRightArrow">
            <a:avLst>
              <a:gd name="adj1" fmla="val 50000"/>
              <a:gd name="adj2" fmla="val 53333"/>
            </a:avLst>
          </a:prstGeom>
          <a:solidFill>
            <a:srgbClr val="008000"/>
          </a:solidFill>
          <a:ln w="9525">
            <a:solidFill>
              <a:schemeClr val="tx1"/>
            </a:solidFill>
            <a:miter lim="800000"/>
          </a:ln>
        </p:spPr>
        <p:txBody>
          <a:bodyPr wrap="none" anchor="ctr"/>
          <a:lstStyle/>
          <a:p>
            <a:endParaRPr lang="en-US"/>
          </a:p>
        </p:txBody>
      </p:sp>
      <p:sp>
        <p:nvSpPr>
          <p:cNvPr id="8222" name="AutoShape 92"/>
          <p:cNvSpPr>
            <a:spLocks noChangeArrowheads="1"/>
          </p:cNvSpPr>
          <p:nvPr/>
        </p:nvSpPr>
        <p:spPr bwMode="auto">
          <a:xfrm>
            <a:off x="8610600" y="2057400"/>
            <a:ext cx="914400" cy="1214438"/>
          </a:xfrm>
          <a:prstGeom prst="can">
            <a:avLst>
              <a:gd name="adj" fmla="val 33203"/>
            </a:avLst>
          </a:prstGeom>
          <a:solidFill>
            <a:schemeClr val="accent1"/>
          </a:solidFill>
          <a:ln w="9525">
            <a:solidFill>
              <a:schemeClr val="tx1"/>
            </a:solidFill>
            <a:round/>
          </a:ln>
        </p:spPr>
        <p:txBody>
          <a:bodyPr wrap="none" anchor="ctr"/>
          <a:lstStyle/>
          <a:p>
            <a:endParaRPr lang="en-US"/>
          </a:p>
        </p:txBody>
      </p:sp>
      <p:sp>
        <p:nvSpPr>
          <p:cNvPr id="8223" name="AutoShape 93"/>
          <p:cNvSpPr>
            <a:spLocks noChangeArrowheads="1"/>
          </p:cNvSpPr>
          <p:nvPr/>
        </p:nvSpPr>
        <p:spPr bwMode="auto">
          <a:xfrm>
            <a:off x="8610600" y="4424364"/>
            <a:ext cx="914400" cy="1214437"/>
          </a:xfrm>
          <a:prstGeom prst="can">
            <a:avLst>
              <a:gd name="adj" fmla="val 33203"/>
            </a:avLst>
          </a:prstGeom>
          <a:solidFill>
            <a:schemeClr val="accent1"/>
          </a:solidFill>
          <a:ln w="9525">
            <a:solidFill>
              <a:schemeClr val="tx1"/>
            </a:solidFill>
            <a:round/>
          </a:ln>
        </p:spPr>
        <p:txBody>
          <a:bodyPr wrap="none" anchor="ctr"/>
          <a:lstStyle/>
          <a:p>
            <a:endParaRPr lang="en-US"/>
          </a:p>
        </p:txBody>
      </p:sp>
      <p:grpSp>
        <p:nvGrpSpPr>
          <p:cNvPr id="2" name="Group 158"/>
          <p:cNvGrpSpPr/>
          <p:nvPr/>
        </p:nvGrpSpPr>
        <p:grpSpPr bwMode="auto">
          <a:xfrm>
            <a:off x="6248400" y="685800"/>
            <a:ext cx="2971800" cy="1676400"/>
            <a:chOff x="2976" y="432"/>
            <a:chExt cx="1872" cy="1056"/>
          </a:xfrm>
        </p:grpSpPr>
        <p:sp>
          <p:nvSpPr>
            <p:cNvPr id="8236" name="AutoShape 100"/>
            <p:cNvSpPr>
              <a:spLocks noChangeArrowheads="1"/>
            </p:cNvSpPr>
            <p:nvPr/>
          </p:nvSpPr>
          <p:spPr bwMode="auto">
            <a:xfrm flipH="1">
              <a:off x="2976" y="432"/>
              <a:ext cx="1872" cy="1056"/>
            </a:xfrm>
            <a:prstGeom prst="wedgeRectCallout">
              <a:avLst>
                <a:gd name="adj1" fmla="val -45838"/>
                <a:gd name="adj2" fmla="val 65435"/>
              </a:avLst>
            </a:prstGeom>
            <a:solidFill>
              <a:schemeClr val="accent1"/>
            </a:solidFill>
            <a:ln w="9525">
              <a:solidFill>
                <a:schemeClr val="tx1"/>
              </a:solidFill>
              <a:miter lim="800000"/>
            </a:ln>
          </p:spPr>
          <p:txBody>
            <a:bodyPr/>
            <a:lstStyle/>
            <a:p>
              <a:r>
                <a:rPr lang="en-US" dirty="0">
                  <a:solidFill>
                    <a:srgbClr val="92D050"/>
                  </a:solidFill>
                  <a:latin typeface="Courier New" panose="02070309020205020404" pitchFamily="49" charset="0"/>
                </a:rPr>
                <a:t>ID		001</a:t>
              </a:r>
            </a:p>
            <a:p>
              <a:r>
                <a:rPr lang="en-US" dirty="0">
                  <a:solidFill>
                    <a:srgbClr val="92D050"/>
                  </a:solidFill>
                  <a:latin typeface="Courier New" panose="02070309020205020404" pitchFamily="49" charset="0"/>
                </a:rPr>
                <a:t>Name		</a:t>
              </a:r>
              <a:r>
                <a:rPr lang="en-US" dirty="0" err="1">
                  <a:solidFill>
                    <a:srgbClr val="92D050"/>
                  </a:solidFill>
                  <a:latin typeface="Courier New" panose="02070309020205020404" pitchFamily="49" charset="0"/>
                </a:rPr>
                <a:t>mery</a:t>
              </a:r>
              <a:endParaRPr lang="en-US" dirty="0">
                <a:solidFill>
                  <a:srgbClr val="92D050"/>
                </a:solidFill>
                <a:latin typeface="Courier New" panose="02070309020205020404" pitchFamily="49" charset="0"/>
              </a:endParaRPr>
            </a:p>
            <a:p>
              <a:r>
                <a:rPr lang="en-US" dirty="0">
                  <a:solidFill>
                    <a:srgbClr val="92D050"/>
                  </a:solidFill>
                  <a:latin typeface="Courier New" panose="02070309020205020404" pitchFamily="49" charset="0"/>
                </a:rPr>
                <a:t>Address	</a:t>
              </a:r>
              <a:r>
                <a:rPr lang="en-US" dirty="0" err="1">
                  <a:solidFill>
                    <a:srgbClr val="92D050"/>
                  </a:solidFill>
                  <a:latin typeface="Courier New" panose="02070309020205020404" pitchFamily="49" charset="0"/>
                </a:rPr>
                <a:t>colombo</a:t>
              </a:r>
              <a:endParaRPr lang="en-US" dirty="0">
                <a:solidFill>
                  <a:srgbClr val="92D050"/>
                </a:solidFill>
                <a:latin typeface="Courier New" panose="02070309020205020404" pitchFamily="49" charset="0"/>
              </a:endParaRPr>
            </a:p>
            <a:p>
              <a:r>
                <a:rPr lang="en-US" dirty="0" err="1">
                  <a:solidFill>
                    <a:srgbClr val="92D050"/>
                  </a:solidFill>
                  <a:latin typeface="Courier New" panose="02070309020205020404" pitchFamily="49" charset="0"/>
                </a:rPr>
                <a:t>TelNo</a:t>
              </a:r>
              <a:r>
                <a:rPr lang="en-US" dirty="0">
                  <a:solidFill>
                    <a:srgbClr val="92D050"/>
                  </a:solidFill>
                  <a:latin typeface="Courier New" panose="02070309020205020404" pitchFamily="49" charset="0"/>
                </a:rPr>
                <a:t>		747374</a:t>
              </a:r>
            </a:p>
            <a:p>
              <a:r>
                <a:rPr lang="en-US" sz="2400" b="1" dirty="0">
                  <a:solidFill>
                    <a:srgbClr val="3333CC"/>
                  </a:solidFill>
                  <a:latin typeface="Courier New" panose="02070309020205020404" pitchFamily="49" charset="0"/>
                </a:rPr>
                <a:t>Marks		34</a:t>
              </a:r>
            </a:p>
          </p:txBody>
        </p:sp>
        <p:grpSp>
          <p:nvGrpSpPr>
            <p:cNvPr id="3" name="Group 150"/>
            <p:cNvGrpSpPr/>
            <p:nvPr/>
          </p:nvGrpSpPr>
          <p:grpSpPr bwMode="auto">
            <a:xfrm>
              <a:off x="2976" y="432"/>
              <a:ext cx="1872" cy="912"/>
              <a:chOff x="2976" y="432"/>
              <a:chExt cx="1872" cy="912"/>
            </a:xfrm>
          </p:grpSpPr>
          <p:sp>
            <p:nvSpPr>
              <p:cNvPr id="8238" name="Line 139"/>
              <p:cNvSpPr>
                <a:spLocks noChangeShapeType="1"/>
              </p:cNvSpPr>
              <p:nvPr/>
            </p:nvSpPr>
            <p:spPr bwMode="auto">
              <a:xfrm>
                <a:off x="2976" y="624"/>
                <a:ext cx="1872" cy="0"/>
              </a:xfrm>
              <a:prstGeom prst="line">
                <a:avLst/>
              </a:prstGeom>
              <a:noFill/>
              <a:ln w="9525">
                <a:solidFill>
                  <a:schemeClr val="tx1"/>
                </a:solidFill>
                <a:round/>
              </a:ln>
            </p:spPr>
            <p:txBody>
              <a:bodyPr/>
              <a:lstStyle/>
              <a:p>
                <a:endParaRPr lang="en-US"/>
              </a:p>
            </p:txBody>
          </p:sp>
          <p:sp>
            <p:nvSpPr>
              <p:cNvPr id="8239" name="Line 140"/>
              <p:cNvSpPr>
                <a:spLocks noChangeShapeType="1"/>
              </p:cNvSpPr>
              <p:nvPr/>
            </p:nvSpPr>
            <p:spPr bwMode="auto">
              <a:xfrm>
                <a:off x="2976" y="816"/>
                <a:ext cx="1872" cy="0"/>
              </a:xfrm>
              <a:prstGeom prst="line">
                <a:avLst/>
              </a:prstGeom>
              <a:noFill/>
              <a:ln w="9525">
                <a:solidFill>
                  <a:schemeClr val="tx1"/>
                </a:solidFill>
                <a:round/>
              </a:ln>
            </p:spPr>
            <p:txBody>
              <a:bodyPr/>
              <a:lstStyle/>
              <a:p>
                <a:endParaRPr lang="en-US"/>
              </a:p>
            </p:txBody>
          </p:sp>
          <p:sp>
            <p:nvSpPr>
              <p:cNvPr id="8240" name="Line 141"/>
              <p:cNvSpPr>
                <a:spLocks noChangeShapeType="1"/>
              </p:cNvSpPr>
              <p:nvPr/>
            </p:nvSpPr>
            <p:spPr bwMode="auto">
              <a:xfrm>
                <a:off x="2976" y="990"/>
                <a:ext cx="1872" cy="0"/>
              </a:xfrm>
              <a:prstGeom prst="line">
                <a:avLst/>
              </a:prstGeom>
              <a:noFill/>
              <a:ln w="9525">
                <a:solidFill>
                  <a:schemeClr val="tx1"/>
                </a:solidFill>
                <a:round/>
              </a:ln>
            </p:spPr>
            <p:txBody>
              <a:bodyPr/>
              <a:lstStyle/>
              <a:p>
                <a:endParaRPr lang="en-US"/>
              </a:p>
            </p:txBody>
          </p:sp>
          <p:sp>
            <p:nvSpPr>
              <p:cNvPr id="8241" name="Line 143"/>
              <p:cNvSpPr>
                <a:spLocks noChangeShapeType="1"/>
              </p:cNvSpPr>
              <p:nvPr/>
            </p:nvSpPr>
            <p:spPr bwMode="auto">
              <a:xfrm>
                <a:off x="2976" y="1164"/>
                <a:ext cx="1872" cy="0"/>
              </a:xfrm>
              <a:prstGeom prst="line">
                <a:avLst/>
              </a:prstGeom>
              <a:noFill/>
              <a:ln w="9525">
                <a:solidFill>
                  <a:schemeClr val="tx1"/>
                </a:solidFill>
                <a:round/>
              </a:ln>
            </p:spPr>
            <p:txBody>
              <a:bodyPr/>
              <a:lstStyle/>
              <a:p>
                <a:endParaRPr lang="en-US"/>
              </a:p>
            </p:txBody>
          </p:sp>
          <p:sp>
            <p:nvSpPr>
              <p:cNvPr id="8242" name="Line 145"/>
              <p:cNvSpPr>
                <a:spLocks noChangeShapeType="1"/>
              </p:cNvSpPr>
              <p:nvPr/>
            </p:nvSpPr>
            <p:spPr bwMode="auto">
              <a:xfrm>
                <a:off x="2976" y="1344"/>
                <a:ext cx="1872" cy="0"/>
              </a:xfrm>
              <a:prstGeom prst="line">
                <a:avLst/>
              </a:prstGeom>
              <a:noFill/>
              <a:ln w="9525">
                <a:solidFill>
                  <a:schemeClr val="tx1"/>
                </a:solidFill>
                <a:round/>
              </a:ln>
            </p:spPr>
            <p:txBody>
              <a:bodyPr/>
              <a:lstStyle/>
              <a:p>
                <a:endParaRPr lang="en-US"/>
              </a:p>
            </p:txBody>
          </p:sp>
          <p:sp>
            <p:nvSpPr>
              <p:cNvPr id="8243" name="Line 149"/>
              <p:cNvSpPr>
                <a:spLocks noChangeShapeType="1"/>
              </p:cNvSpPr>
              <p:nvPr/>
            </p:nvSpPr>
            <p:spPr bwMode="auto">
              <a:xfrm>
                <a:off x="3696" y="432"/>
                <a:ext cx="0" cy="912"/>
              </a:xfrm>
              <a:prstGeom prst="line">
                <a:avLst/>
              </a:prstGeom>
              <a:noFill/>
              <a:ln w="9525">
                <a:solidFill>
                  <a:schemeClr val="tx1"/>
                </a:solidFill>
                <a:round/>
              </a:ln>
            </p:spPr>
            <p:txBody>
              <a:bodyPr/>
              <a:lstStyle/>
              <a:p>
                <a:endParaRPr lang="en-US"/>
              </a:p>
            </p:txBody>
          </p:sp>
        </p:grpSp>
      </p:grpSp>
      <p:grpSp>
        <p:nvGrpSpPr>
          <p:cNvPr id="4" name="Group 160"/>
          <p:cNvGrpSpPr/>
          <p:nvPr/>
        </p:nvGrpSpPr>
        <p:grpSpPr bwMode="auto">
          <a:xfrm>
            <a:off x="6248400" y="3124200"/>
            <a:ext cx="2971800" cy="1676400"/>
            <a:chOff x="2976" y="1968"/>
            <a:chExt cx="1872" cy="1056"/>
          </a:xfrm>
        </p:grpSpPr>
        <p:sp>
          <p:nvSpPr>
            <p:cNvPr id="8228" name="AutoShape 138"/>
            <p:cNvSpPr>
              <a:spLocks noChangeArrowheads="1"/>
            </p:cNvSpPr>
            <p:nvPr/>
          </p:nvSpPr>
          <p:spPr bwMode="auto">
            <a:xfrm flipH="1">
              <a:off x="2976" y="1968"/>
              <a:ext cx="1872" cy="1056"/>
            </a:xfrm>
            <a:prstGeom prst="wedgeRectCallout">
              <a:avLst>
                <a:gd name="adj1" fmla="val -45838"/>
                <a:gd name="adj2" fmla="val 65435"/>
              </a:avLst>
            </a:prstGeom>
            <a:solidFill>
              <a:schemeClr val="accent1"/>
            </a:solidFill>
            <a:ln w="9525">
              <a:solidFill>
                <a:schemeClr val="tx1"/>
              </a:solidFill>
              <a:miter lim="800000"/>
            </a:ln>
          </p:spPr>
          <p:txBody>
            <a:bodyPr/>
            <a:lstStyle/>
            <a:p>
              <a:r>
                <a:rPr lang="en-US" dirty="0">
                  <a:solidFill>
                    <a:srgbClr val="92D050"/>
                  </a:solidFill>
                  <a:latin typeface="Courier New" panose="02070309020205020404" pitchFamily="49" charset="0"/>
                </a:rPr>
                <a:t>ID		001</a:t>
              </a:r>
            </a:p>
            <a:p>
              <a:r>
                <a:rPr lang="en-US" dirty="0">
                  <a:solidFill>
                    <a:srgbClr val="92D050"/>
                  </a:solidFill>
                  <a:latin typeface="Courier New" panose="02070309020205020404" pitchFamily="49" charset="0"/>
                </a:rPr>
                <a:t>Name		</a:t>
              </a:r>
              <a:r>
                <a:rPr lang="en-US" dirty="0" err="1">
                  <a:solidFill>
                    <a:srgbClr val="92D050"/>
                  </a:solidFill>
                  <a:latin typeface="Courier New" panose="02070309020205020404" pitchFamily="49" charset="0"/>
                </a:rPr>
                <a:t>mery</a:t>
              </a:r>
              <a:endParaRPr lang="en-US" dirty="0">
                <a:solidFill>
                  <a:srgbClr val="92D050"/>
                </a:solidFill>
                <a:latin typeface="Courier New" panose="02070309020205020404" pitchFamily="49" charset="0"/>
              </a:endParaRPr>
            </a:p>
            <a:p>
              <a:r>
                <a:rPr lang="en-US" dirty="0">
                  <a:solidFill>
                    <a:srgbClr val="92D050"/>
                  </a:solidFill>
                  <a:latin typeface="Courier New" panose="02070309020205020404" pitchFamily="49" charset="0"/>
                </a:rPr>
                <a:t>Address	</a:t>
              </a:r>
              <a:r>
                <a:rPr lang="en-US" dirty="0" err="1">
                  <a:solidFill>
                    <a:srgbClr val="92D050"/>
                  </a:solidFill>
                  <a:latin typeface="Courier New" panose="02070309020205020404" pitchFamily="49" charset="0"/>
                </a:rPr>
                <a:t>colombo</a:t>
              </a:r>
              <a:endParaRPr lang="en-US" dirty="0">
                <a:solidFill>
                  <a:srgbClr val="92D050"/>
                </a:solidFill>
                <a:latin typeface="Courier New" panose="02070309020205020404" pitchFamily="49" charset="0"/>
              </a:endParaRPr>
            </a:p>
            <a:p>
              <a:r>
                <a:rPr lang="en-US" dirty="0" err="1">
                  <a:solidFill>
                    <a:srgbClr val="92D050"/>
                  </a:solidFill>
                  <a:latin typeface="Courier New" panose="02070309020205020404" pitchFamily="49" charset="0"/>
                </a:rPr>
                <a:t>TelNo</a:t>
              </a:r>
              <a:r>
                <a:rPr lang="en-US" dirty="0">
                  <a:solidFill>
                    <a:srgbClr val="92D050"/>
                  </a:solidFill>
                  <a:latin typeface="Courier New" panose="02070309020205020404" pitchFamily="49" charset="0"/>
                </a:rPr>
                <a:t>		747374</a:t>
              </a:r>
            </a:p>
            <a:p>
              <a:r>
                <a:rPr lang="en-US" sz="2000" b="1" dirty="0">
                  <a:solidFill>
                    <a:srgbClr val="3333CC"/>
                  </a:solidFill>
                  <a:latin typeface="Courier New" panose="02070309020205020404" pitchFamily="49" charset="0"/>
                </a:rPr>
                <a:t>Books-</a:t>
              </a:r>
              <a:r>
                <a:rPr lang="en-US" sz="2000" b="1" dirty="0" err="1">
                  <a:solidFill>
                    <a:srgbClr val="3333CC"/>
                  </a:solidFill>
                  <a:latin typeface="Courier New" panose="02070309020205020404" pitchFamily="49" charset="0"/>
                </a:rPr>
                <a:t>bor</a:t>
              </a:r>
              <a:r>
                <a:rPr lang="en-US" sz="2000" b="1" dirty="0">
                  <a:solidFill>
                    <a:srgbClr val="3333CC"/>
                  </a:solidFill>
                  <a:latin typeface="Courier New" panose="02070309020205020404" pitchFamily="49" charset="0"/>
                </a:rPr>
                <a:t>	  6</a:t>
              </a:r>
            </a:p>
          </p:txBody>
        </p:sp>
        <p:grpSp>
          <p:nvGrpSpPr>
            <p:cNvPr id="5" name="Group 159"/>
            <p:cNvGrpSpPr/>
            <p:nvPr/>
          </p:nvGrpSpPr>
          <p:grpSpPr bwMode="auto">
            <a:xfrm>
              <a:off x="2976" y="1968"/>
              <a:ext cx="1872" cy="912"/>
              <a:chOff x="2976" y="1968"/>
              <a:chExt cx="1872" cy="912"/>
            </a:xfrm>
          </p:grpSpPr>
          <p:sp>
            <p:nvSpPr>
              <p:cNvPr id="8230" name="Line 152"/>
              <p:cNvSpPr>
                <a:spLocks noChangeShapeType="1"/>
              </p:cNvSpPr>
              <p:nvPr/>
            </p:nvSpPr>
            <p:spPr bwMode="auto">
              <a:xfrm>
                <a:off x="2976" y="2160"/>
                <a:ext cx="1872" cy="0"/>
              </a:xfrm>
              <a:prstGeom prst="line">
                <a:avLst/>
              </a:prstGeom>
              <a:noFill/>
              <a:ln w="9525">
                <a:solidFill>
                  <a:schemeClr val="tx1"/>
                </a:solidFill>
                <a:round/>
              </a:ln>
            </p:spPr>
            <p:txBody>
              <a:bodyPr/>
              <a:lstStyle/>
              <a:p>
                <a:endParaRPr lang="en-US"/>
              </a:p>
            </p:txBody>
          </p:sp>
          <p:sp>
            <p:nvSpPr>
              <p:cNvPr id="8231" name="Line 153"/>
              <p:cNvSpPr>
                <a:spLocks noChangeShapeType="1"/>
              </p:cNvSpPr>
              <p:nvPr/>
            </p:nvSpPr>
            <p:spPr bwMode="auto">
              <a:xfrm>
                <a:off x="2976" y="2352"/>
                <a:ext cx="1872" cy="0"/>
              </a:xfrm>
              <a:prstGeom prst="line">
                <a:avLst/>
              </a:prstGeom>
              <a:noFill/>
              <a:ln w="9525">
                <a:solidFill>
                  <a:schemeClr val="tx1"/>
                </a:solidFill>
                <a:round/>
              </a:ln>
            </p:spPr>
            <p:txBody>
              <a:bodyPr/>
              <a:lstStyle/>
              <a:p>
                <a:endParaRPr lang="en-US"/>
              </a:p>
            </p:txBody>
          </p:sp>
          <p:sp>
            <p:nvSpPr>
              <p:cNvPr id="8232" name="Line 154"/>
              <p:cNvSpPr>
                <a:spLocks noChangeShapeType="1"/>
              </p:cNvSpPr>
              <p:nvPr/>
            </p:nvSpPr>
            <p:spPr bwMode="auto">
              <a:xfrm>
                <a:off x="2976" y="2526"/>
                <a:ext cx="1872" cy="0"/>
              </a:xfrm>
              <a:prstGeom prst="line">
                <a:avLst/>
              </a:prstGeom>
              <a:noFill/>
              <a:ln w="9525">
                <a:solidFill>
                  <a:schemeClr val="tx1"/>
                </a:solidFill>
                <a:round/>
              </a:ln>
            </p:spPr>
            <p:txBody>
              <a:bodyPr/>
              <a:lstStyle/>
              <a:p>
                <a:endParaRPr lang="en-US"/>
              </a:p>
            </p:txBody>
          </p:sp>
          <p:sp>
            <p:nvSpPr>
              <p:cNvPr id="8233" name="Line 155"/>
              <p:cNvSpPr>
                <a:spLocks noChangeShapeType="1"/>
              </p:cNvSpPr>
              <p:nvPr/>
            </p:nvSpPr>
            <p:spPr bwMode="auto">
              <a:xfrm>
                <a:off x="2976" y="2700"/>
                <a:ext cx="1872" cy="0"/>
              </a:xfrm>
              <a:prstGeom prst="line">
                <a:avLst/>
              </a:prstGeom>
              <a:noFill/>
              <a:ln w="9525">
                <a:solidFill>
                  <a:schemeClr val="tx1"/>
                </a:solidFill>
                <a:round/>
              </a:ln>
            </p:spPr>
            <p:txBody>
              <a:bodyPr/>
              <a:lstStyle/>
              <a:p>
                <a:endParaRPr lang="en-US"/>
              </a:p>
            </p:txBody>
          </p:sp>
          <p:sp>
            <p:nvSpPr>
              <p:cNvPr id="8234" name="Line 156"/>
              <p:cNvSpPr>
                <a:spLocks noChangeShapeType="1"/>
              </p:cNvSpPr>
              <p:nvPr/>
            </p:nvSpPr>
            <p:spPr bwMode="auto">
              <a:xfrm>
                <a:off x="2976" y="2880"/>
                <a:ext cx="1872" cy="0"/>
              </a:xfrm>
              <a:prstGeom prst="line">
                <a:avLst/>
              </a:prstGeom>
              <a:noFill/>
              <a:ln w="9525">
                <a:solidFill>
                  <a:schemeClr val="tx1"/>
                </a:solidFill>
                <a:round/>
              </a:ln>
            </p:spPr>
            <p:txBody>
              <a:bodyPr/>
              <a:lstStyle/>
              <a:p>
                <a:endParaRPr lang="en-US"/>
              </a:p>
            </p:txBody>
          </p:sp>
          <p:sp>
            <p:nvSpPr>
              <p:cNvPr id="8235" name="Line 157"/>
              <p:cNvSpPr>
                <a:spLocks noChangeShapeType="1"/>
              </p:cNvSpPr>
              <p:nvPr/>
            </p:nvSpPr>
            <p:spPr bwMode="auto">
              <a:xfrm>
                <a:off x="4032" y="1968"/>
                <a:ext cx="0" cy="912"/>
              </a:xfrm>
              <a:prstGeom prst="line">
                <a:avLst/>
              </a:prstGeom>
              <a:noFill/>
              <a:ln w="9525">
                <a:solidFill>
                  <a:schemeClr val="tx1"/>
                </a:solidFill>
                <a:round/>
              </a:ln>
            </p:spPr>
            <p:txBody>
              <a:bodyPr/>
              <a:lstStyle/>
              <a:p>
                <a:endParaRPr lang="en-US"/>
              </a:p>
            </p:txBody>
          </p:sp>
        </p:grpSp>
      </p:grpSp>
      <p:sp>
        <p:nvSpPr>
          <p:cNvPr id="8226" name="Rectangle 10"/>
          <p:cNvSpPr>
            <a:spLocks noChangeArrowheads="1"/>
          </p:cNvSpPr>
          <p:nvPr/>
        </p:nvSpPr>
        <p:spPr bwMode="auto">
          <a:xfrm>
            <a:off x="7924800" y="2667000"/>
            <a:ext cx="2438400" cy="363538"/>
          </a:xfrm>
          <a:prstGeom prst="rect">
            <a:avLst/>
          </a:prstGeom>
          <a:noFill/>
          <a:ln w="12700">
            <a:noFill/>
            <a:miter lim="800000"/>
          </a:ln>
        </p:spPr>
        <p:txBody>
          <a:bodyPr lIns="90488" tIns="44450" rIns="90488" bIns="44450">
            <a:spAutoFit/>
          </a:bodyPr>
          <a:lstStyle/>
          <a:p>
            <a:pPr eaLnBrk="0" hangingPunct="0"/>
            <a:r>
              <a:rPr lang="en-GB">
                <a:solidFill>
                  <a:srgbClr val="FF6600"/>
                </a:solidFill>
                <a:latin typeface="Times New Roman" panose="02020603050405020304" pitchFamily="18" charset="0"/>
              </a:rPr>
              <a:t>Student System Files</a:t>
            </a:r>
          </a:p>
        </p:txBody>
      </p:sp>
      <p:sp>
        <p:nvSpPr>
          <p:cNvPr id="34977" name="Text Box 161"/>
          <p:cNvSpPr txBox="1">
            <a:spLocks noChangeArrowheads="1"/>
          </p:cNvSpPr>
          <p:nvPr/>
        </p:nvSpPr>
        <p:spPr bwMode="auto">
          <a:xfrm>
            <a:off x="2803526" y="5910264"/>
            <a:ext cx="3345339" cy="646331"/>
          </a:xfrm>
          <a:prstGeom prst="rect">
            <a:avLst/>
          </a:prstGeom>
          <a:noFill/>
          <a:ln w="9525">
            <a:noFill/>
            <a:miter lim="800000"/>
          </a:ln>
        </p:spPr>
        <p:txBody>
          <a:bodyPr wrap="none">
            <a:spAutoFit/>
          </a:bodyPr>
          <a:lstStyle/>
          <a:p>
            <a:r>
              <a:rPr lang="en-US" sz="3600">
                <a:solidFill>
                  <a:srgbClr val="FF0066"/>
                </a:solidFill>
              </a:rPr>
              <a:t>Data Duplication</a:t>
            </a:r>
            <a:r>
              <a:rPr lang="en-US"/>
              <a:t> </a:t>
            </a:r>
          </a:p>
        </p:txBody>
      </p:sp>
      <p:sp>
        <p:nvSpPr>
          <p:cNvPr id="34" name="Slide Number Placeholder 33"/>
          <p:cNvSpPr>
            <a:spLocks noGrp="1"/>
          </p:cNvSpPr>
          <p:nvPr>
            <p:ph type="sldNum" sz="quarter" idx="12"/>
          </p:nvPr>
        </p:nvSpPr>
        <p:spPr/>
        <p:txBody>
          <a:bodyPr/>
          <a:lstStyle/>
          <a:p>
            <a:fld id="{DA7DF29F-8EBD-4955-8135-77E3F3B8D1FA}" type="slidenum">
              <a:rPr lang="en-US" smtClean="0"/>
              <a:t>12</a:t>
            </a:fld>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linds(horizontal)">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4977"/>
                                        </p:tgtEl>
                                        <p:attrNameLst>
                                          <p:attrName>style.visibility</p:attrName>
                                        </p:attrNameLst>
                                      </p:cBhvr>
                                      <p:to>
                                        <p:strVal val="visible"/>
                                      </p:to>
                                    </p:set>
                                    <p:anim calcmode="lin" valueType="num">
                                      <p:cBhvr additive="base">
                                        <p:cTn id="17" dur="500" fill="hold"/>
                                        <p:tgtEl>
                                          <p:spTgt spid="34977"/>
                                        </p:tgtEl>
                                        <p:attrNameLst>
                                          <p:attrName>ppt_x</p:attrName>
                                        </p:attrNameLst>
                                      </p:cBhvr>
                                      <p:tavLst>
                                        <p:tav tm="0">
                                          <p:val>
                                            <p:strVal val="#ppt_x"/>
                                          </p:val>
                                        </p:tav>
                                        <p:tav tm="100000">
                                          <p:val>
                                            <p:strVal val="#ppt_x"/>
                                          </p:val>
                                        </p:tav>
                                      </p:tavLst>
                                    </p:anim>
                                    <p:anim calcmode="lin" valueType="num">
                                      <p:cBhvr additive="base">
                                        <p:cTn id="18" dur="500" fill="hold"/>
                                        <p:tgtEl>
                                          <p:spTgt spid="34977"/>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6" presetClass="emph" presetSubtype="0" fill="hold" nodeType="clickEffect">
                                  <p:stCondLst>
                                    <p:cond delay="0"/>
                                  </p:stCondLst>
                                  <p:childTnLst>
                                    <p:animScale>
                                      <p:cBhvr>
                                        <p:cTn id="22" dur="2000" fill="hold"/>
                                        <p:tgtEl>
                                          <p:spTgt spid="2"/>
                                        </p:tgtEl>
                                      </p:cBhvr>
                                      <p:by x="150000" y="150000"/>
                                    </p:animScale>
                                  </p:childTnLst>
                                </p:cTn>
                              </p:par>
                              <p:par>
                                <p:cTn id="23" presetID="6" presetClass="emph" presetSubtype="0" fill="hold" nodeType="withEffect">
                                  <p:stCondLst>
                                    <p:cond delay="0"/>
                                  </p:stCondLst>
                                  <p:childTnLst>
                                    <p:animScale>
                                      <p:cBhvr>
                                        <p:cTn id="24" dur="2000" fill="hold"/>
                                        <p:tgtEl>
                                          <p:spTgt spid="4"/>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97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218" name="Object 2">
            <a:hlinkClick r:id="" action="ppaction://ole?verb=0"/>
          </p:cNvPr>
          <p:cNvGraphicFramePr/>
          <p:nvPr/>
        </p:nvGraphicFramePr>
        <p:xfrm>
          <a:off x="1747838" y="2057400"/>
          <a:ext cx="766762" cy="850900"/>
        </p:xfrm>
        <a:graphic>
          <a:graphicData uri="http://schemas.openxmlformats.org/presentationml/2006/ole">
            <mc:AlternateContent xmlns:mc="http://schemas.openxmlformats.org/markup-compatibility/2006">
              <mc:Choice xmlns:v="urn:schemas-microsoft-com:vml" Requires="v">
                <p:oleObj name="Clip" r:id="rId3" imgW="1315085" imgH="996950" progId="">
                  <p:embed/>
                </p:oleObj>
              </mc:Choice>
              <mc:Fallback>
                <p:oleObj name="Clip" r:id="rId3" imgW="1315085" imgH="996950" progId="">
                  <p:embed/>
                  <p:pic>
                    <p:nvPicPr>
                      <p:cNvPr id="0" name="Picture 2051"/>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47838" y="2057400"/>
                        <a:ext cx="766762" cy="850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219" name="Object 4">
            <a:hlinkClick r:id="" action="ppaction://ole?verb=0"/>
          </p:cNvPr>
          <p:cNvGraphicFramePr/>
          <p:nvPr/>
        </p:nvGraphicFramePr>
        <p:xfrm>
          <a:off x="1785938" y="4724400"/>
          <a:ext cx="792162" cy="850900"/>
        </p:xfrm>
        <a:graphic>
          <a:graphicData uri="http://schemas.openxmlformats.org/presentationml/2006/ole">
            <mc:AlternateContent xmlns:mc="http://schemas.openxmlformats.org/markup-compatibility/2006">
              <mc:Choice xmlns:v="urn:schemas-microsoft-com:vml" Requires="v">
                <p:oleObj name="Clip" r:id="rId3" imgW="1315085" imgH="996950" progId="">
                  <p:embed/>
                </p:oleObj>
              </mc:Choice>
              <mc:Fallback>
                <p:oleObj name="Clip" r:id="rId3" imgW="1315085" imgH="996950" progId="">
                  <p:embed/>
                  <p:pic>
                    <p:nvPicPr>
                      <p:cNvPr id="0" name="Picture 2052"/>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85938" y="4724400"/>
                        <a:ext cx="792162" cy="850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220" name="Rectangle 5"/>
          <p:cNvSpPr>
            <a:spLocks noChangeArrowheads="1"/>
          </p:cNvSpPr>
          <p:nvPr/>
        </p:nvSpPr>
        <p:spPr bwMode="auto">
          <a:xfrm>
            <a:off x="7924801" y="5884864"/>
            <a:ext cx="2320925" cy="363537"/>
          </a:xfrm>
          <a:prstGeom prst="rect">
            <a:avLst/>
          </a:prstGeom>
          <a:noFill/>
          <a:ln w="12700">
            <a:noFill/>
            <a:miter lim="800000"/>
          </a:ln>
        </p:spPr>
        <p:txBody>
          <a:bodyPr lIns="90488" tIns="44450" rIns="90488" bIns="44450">
            <a:spAutoFit/>
          </a:bodyPr>
          <a:lstStyle/>
          <a:p>
            <a:pPr eaLnBrk="0" hangingPunct="0"/>
            <a:r>
              <a:rPr lang="en-GB">
                <a:solidFill>
                  <a:srgbClr val="FF6600"/>
                </a:solidFill>
                <a:latin typeface="Times New Roman" panose="02020603050405020304" pitchFamily="18" charset="0"/>
              </a:rPr>
              <a:t>Library System Files</a:t>
            </a:r>
          </a:p>
        </p:txBody>
      </p:sp>
      <p:sp>
        <p:nvSpPr>
          <p:cNvPr id="9221" name="Rectangle 6"/>
          <p:cNvSpPr>
            <a:spLocks noGrp="1" noChangeArrowheads="1"/>
          </p:cNvSpPr>
          <p:nvPr>
            <p:ph type="title"/>
          </p:nvPr>
        </p:nvSpPr>
        <p:spPr/>
        <p:txBody>
          <a:bodyPr/>
          <a:lstStyle/>
          <a:p>
            <a:pPr eaLnBrk="1" hangingPunct="1"/>
            <a:r>
              <a:rPr lang="en-GB" sz="3600" b="1"/>
              <a:t>File Based Processing</a:t>
            </a:r>
          </a:p>
        </p:txBody>
      </p:sp>
      <p:graphicFrame>
        <p:nvGraphicFramePr>
          <p:cNvPr id="122887" name="Group 7"/>
          <p:cNvGraphicFramePr>
            <a:graphicFrameLocks noGrp="1"/>
          </p:cNvGraphicFramePr>
          <p:nvPr>
            <p:ph sz="half" idx="1"/>
          </p:nvPr>
        </p:nvGraphicFramePr>
        <p:xfrm>
          <a:off x="3352800" y="1852614"/>
          <a:ext cx="3886200" cy="1196975"/>
        </p:xfrm>
        <a:graphic>
          <a:graphicData uri="http://schemas.openxmlformats.org/drawingml/2006/table">
            <a:tbl>
              <a:tblPr/>
              <a:tblGrid>
                <a:gridCol w="1285875">
                  <a:extLst>
                    <a:ext uri="{9D8B030D-6E8A-4147-A177-3AD203B41FA5}">
                      <a16:colId xmlns:a16="http://schemas.microsoft.com/office/drawing/2014/main" val="20000"/>
                    </a:ext>
                  </a:extLst>
                </a:gridCol>
                <a:gridCol w="2600325">
                  <a:extLst>
                    <a:ext uri="{9D8B030D-6E8A-4147-A177-3AD203B41FA5}">
                      <a16:colId xmlns:a16="http://schemas.microsoft.com/office/drawing/2014/main" val="20001"/>
                    </a:ext>
                  </a:extLst>
                </a:gridCol>
              </a:tblGrid>
              <a:tr h="1196975">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sz="2000" b="1" i="0" u="none" strike="noStrike" cap="none" normalizeH="0" baseline="0" dirty="0">
                          <a:ln>
                            <a:noFill/>
                          </a:ln>
                          <a:solidFill>
                            <a:srgbClr val="3333CC"/>
                          </a:solidFill>
                          <a:effectLst/>
                          <a:latin typeface="Garamond" panose="02020404030301010803" pitchFamily="18" charset="0"/>
                        </a:rPr>
                        <a:t>Data Entry</a:t>
                      </a:r>
                    </a:p>
                  </a:txBody>
                  <a:tcPr marT="45742" marB="4574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sz="2000" b="1" i="0" u="none" strike="noStrike" cap="none" normalizeH="0" baseline="0" dirty="0">
                          <a:ln>
                            <a:noFill/>
                          </a:ln>
                          <a:solidFill>
                            <a:srgbClr val="3333CC"/>
                          </a:solidFill>
                          <a:effectLst/>
                          <a:latin typeface="Garamond" panose="02020404030301010803" pitchFamily="18" charset="0"/>
                        </a:rPr>
                        <a:t>File </a:t>
                      </a:r>
                    </a:p>
                    <a:p>
                      <a:pPr marL="0" marR="0" lvl="0" indent="0" algn="l" defTabSz="914400" rtl="0" eaLnBrk="1" fontAlgn="base" latinLnBrk="0" hangingPunct="1">
                        <a:lnSpc>
                          <a:spcPct val="100000"/>
                        </a:lnSpc>
                        <a:spcBef>
                          <a:spcPct val="20000"/>
                        </a:spcBef>
                        <a:spcAft>
                          <a:spcPct val="0"/>
                        </a:spcAft>
                        <a:buClrTx/>
                        <a:buSzTx/>
                        <a:buFontTx/>
                        <a:buNone/>
                      </a:pPr>
                      <a:r>
                        <a:rPr kumimoji="0" lang="en-US" sz="2000" b="1" i="0" u="none" strike="noStrike" cap="none" normalizeH="0" baseline="0" dirty="0">
                          <a:ln>
                            <a:noFill/>
                          </a:ln>
                          <a:solidFill>
                            <a:srgbClr val="3333CC"/>
                          </a:solidFill>
                          <a:effectLst/>
                          <a:latin typeface="Garamond" panose="02020404030301010803" pitchFamily="18" charset="0"/>
                        </a:rPr>
                        <a:t>Processing</a:t>
                      </a:r>
                    </a:p>
                  </a:txBody>
                  <a:tcPr marT="45742" marB="4574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22897" name="Group 17"/>
          <p:cNvGraphicFramePr>
            <a:graphicFrameLocks noGrp="1"/>
          </p:cNvGraphicFramePr>
          <p:nvPr>
            <p:ph sz="half" idx="2"/>
          </p:nvPr>
        </p:nvGraphicFramePr>
        <p:xfrm>
          <a:off x="3352800" y="4259264"/>
          <a:ext cx="3657600" cy="1304925"/>
        </p:xfrm>
        <a:graphic>
          <a:graphicData uri="http://schemas.openxmlformats.org/drawingml/2006/table">
            <a:tbl>
              <a:tblPr/>
              <a:tblGrid>
                <a:gridCol w="1209675">
                  <a:extLst>
                    <a:ext uri="{9D8B030D-6E8A-4147-A177-3AD203B41FA5}">
                      <a16:colId xmlns:a16="http://schemas.microsoft.com/office/drawing/2014/main" val="20000"/>
                    </a:ext>
                  </a:extLst>
                </a:gridCol>
                <a:gridCol w="2447925">
                  <a:extLst>
                    <a:ext uri="{9D8B030D-6E8A-4147-A177-3AD203B41FA5}">
                      <a16:colId xmlns:a16="http://schemas.microsoft.com/office/drawing/2014/main" val="20001"/>
                    </a:ext>
                  </a:extLst>
                </a:gridCol>
              </a:tblGrid>
              <a:tr h="1304925">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sz="2000" b="1" i="0" u="none" strike="noStrike" cap="none" normalizeH="0" baseline="0" dirty="0">
                          <a:ln>
                            <a:noFill/>
                          </a:ln>
                          <a:solidFill>
                            <a:srgbClr val="3333CC"/>
                          </a:solidFill>
                          <a:effectLst/>
                          <a:latin typeface="Garamond" panose="02020404030301010803" pitchFamily="18" charset="0"/>
                        </a:rPr>
                        <a:t>Data Entry</a:t>
                      </a:r>
                    </a:p>
                  </a:txBody>
                  <a:tcPr marT="45742" marB="4574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sz="2000" b="1" i="0" u="none" strike="noStrike" cap="none" normalizeH="0" baseline="0" dirty="0">
                          <a:ln>
                            <a:noFill/>
                          </a:ln>
                          <a:solidFill>
                            <a:srgbClr val="3333CC"/>
                          </a:solidFill>
                          <a:effectLst/>
                          <a:latin typeface="Garamond" panose="02020404030301010803" pitchFamily="18" charset="0"/>
                        </a:rPr>
                        <a:t>File </a:t>
                      </a:r>
                    </a:p>
                    <a:p>
                      <a:pPr marL="0" marR="0" lvl="0" indent="0" algn="l" defTabSz="914400" rtl="0" eaLnBrk="1" fontAlgn="base" latinLnBrk="0" hangingPunct="1">
                        <a:lnSpc>
                          <a:spcPct val="100000"/>
                        </a:lnSpc>
                        <a:spcBef>
                          <a:spcPct val="20000"/>
                        </a:spcBef>
                        <a:spcAft>
                          <a:spcPct val="0"/>
                        </a:spcAft>
                        <a:buClrTx/>
                        <a:buSzTx/>
                        <a:buFontTx/>
                        <a:buNone/>
                      </a:pPr>
                      <a:r>
                        <a:rPr kumimoji="0" lang="en-US" sz="2000" b="1" i="0" u="none" strike="noStrike" cap="none" normalizeH="0" baseline="0" dirty="0">
                          <a:ln>
                            <a:noFill/>
                          </a:ln>
                          <a:solidFill>
                            <a:srgbClr val="3333CC"/>
                          </a:solidFill>
                          <a:effectLst/>
                          <a:latin typeface="Garamond" panose="02020404030301010803" pitchFamily="18" charset="0"/>
                        </a:rPr>
                        <a:t>Processing</a:t>
                      </a:r>
                    </a:p>
                  </a:txBody>
                  <a:tcPr marT="45742" marB="4574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9242" name="AutoShape 27"/>
          <p:cNvSpPr>
            <a:spLocks noChangeArrowheads="1"/>
          </p:cNvSpPr>
          <p:nvPr/>
        </p:nvSpPr>
        <p:spPr bwMode="auto">
          <a:xfrm>
            <a:off x="2514600" y="2333626"/>
            <a:ext cx="685800" cy="257175"/>
          </a:xfrm>
          <a:prstGeom prst="leftRightArrow">
            <a:avLst>
              <a:gd name="adj1" fmla="val 50000"/>
              <a:gd name="adj2" fmla="val 53333"/>
            </a:avLst>
          </a:prstGeom>
          <a:solidFill>
            <a:srgbClr val="008000"/>
          </a:solidFill>
          <a:ln w="9525">
            <a:solidFill>
              <a:schemeClr val="tx1"/>
            </a:solidFill>
            <a:miter lim="800000"/>
          </a:ln>
        </p:spPr>
        <p:txBody>
          <a:bodyPr wrap="none" anchor="ctr"/>
          <a:lstStyle/>
          <a:p>
            <a:endParaRPr lang="en-US"/>
          </a:p>
        </p:txBody>
      </p:sp>
      <p:sp>
        <p:nvSpPr>
          <p:cNvPr id="9243" name="AutoShape 28"/>
          <p:cNvSpPr>
            <a:spLocks noChangeArrowheads="1"/>
          </p:cNvSpPr>
          <p:nvPr/>
        </p:nvSpPr>
        <p:spPr bwMode="auto">
          <a:xfrm>
            <a:off x="2514600" y="4848226"/>
            <a:ext cx="685800" cy="257175"/>
          </a:xfrm>
          <a:prstGeom prst="leftRightArrow">
            <a:avLst>
              <a:gd name="adj1" fmla="val 50000"/>
              <a:gd name="adj2" fmla="val 53333"/>
            </a:avLst>
          </a:prstGeom>
          <a:solidFill>
            <a:srgbClr val="008000"/>
          </a:solidFill>
          <a:ln w="9525">
            <a:solidFill>
              <a:schemeClr val="tx1"/>
            </a:solidFill>
            <a:miter lim="800000"/>
          </a:ln>
        </p:spPr>
        <p:txBody>
          <a:bodyPr wrap="none" anchor="ctr"/>
          <a:lstStyle/>
          <a:p>
            <a:endParaRPr lang="en-US"/>
          </a:p>
        </p:txBody>
      </p:sp>
      <p:sp>
        <p:nvSpPr>
          <p:cNvPr id="9244" name="AutoShape 29"/>
          <p:cNvSpPr>
            <a:spLocks noChangeArrowheads="1"/>
          </p:cNvSpPr>
          <p:nvPr/>
        </p:nvSpPr>
        <p:spPr bwMode="auto">
          <a:xfrm>
            <a:off x="7391400" y="2409826"/>
            <a:ext cx="685800" cy="257175"/>
          </a:xfrm>
          <a:prstGeom prst="leftRightArrow">
            <a:avLst>
              <a:gd name="adj1" fmla="val 50000"/>
              <a:gd name="adj2" fmla="val 53333"/>
            </a:avLst>
          </a:prstGeom>
          <a:solidFill>
            <a:srgbClr val="008000"/>
          </a:solidFill>
          <a:ln w="9525">
            <a:solidFill>
              <a:schemeClr val="tx1"/>
            </a:solidFill>
            <a:miter lim="800000"/>
          </a:ln>
        </p:spPr>
        <p:txBody>
          <a:bodyPr wrap="none" anchor="ctr"/>
          <a:lstStyle/>
          <a:p>
            <a:endParaRPr lang="en-US"/>
          </a:p>
        </p:txBody>
      </p:sp>
      <p:sp>
        <p:nvSpPr>
          <p:cNvPr id="9245" name="AutoShape 30"/>
          <p:cNvSpPr>
            <a:spLocks noChangeArrowheads="1"/>
          </p:cNvSpPr>
          <p:nvPr/>
        </p:nvSpPr>
        <p:spPr bwMode="auto">
          <a:xfrm>
            <a:off x="7239000" y="4848226"/>
            <a:ext cx="685800" cy="257175"/>
          </a:xfrm>
          <a:prstGeom prst="leftRightArrow">
            <a:avLst>
              <a:gd name="adj1" fmla="val 50000"/>
              <a:gd name="adj2" fmla="val 53333"/>
            </a:avLst>
          </a:prstGeom>
          <a:solidFill>
            <a:srgbClr val="008000"/>
          </a:solidFill>
          <a:ln w="9525">
            <a:solidFill>
              <a:schemeClr val="tx1"/>
            </a:solidFill>
            <a:miter lim="800000"/>
          </a:ln>
        </p:spPr>
        <p:txBody>
          <a:bodyPr wrap="none" anchor="ctr"/>
          <a:lstStyle/>
          <a:p>
            <a:endParaRPr lang="en-US"/>
          </a:p>
        </p:txBody>
      </p:sp>
      <p:sp>
        <p:nvSpPr>
          <p:cNvPr id="9246" name="AutoShape 31"/>
          <p:cNvSpPr>
            <a:spLocks noChangeArrowheads="1"/>
          </p:cNvSpPr>
          <p:nvPr/>
        </p:nvSpPr>
        <p:spPr bwMode="auto">
          <a:xfrm>
            <a:off x="8610600" y="2057400"/>
            <a:ext cx="914400" cy="1214438"/>
          </a:xfrm>
          <a:prstGeom prst="can">
            <a:avLst>
              <a:gd name="adj" fmla="val 33203"/>
            </a:avLst>
          </a:prstGeom>
          <a:solidFill>
            <a:schemeClr val="accent1"/>
          </a:solidFill>
          <a:ln w="9525">
            <a:solidFill>
              <a:schemeClr val="tx1"/>
            </a:solidFill>
            <a:round/>
          </a:ln>
        </p:spPr>
        <p:txBody>
          <a:bodyPr wrap="none" anchor="ctr"/>
          <a:lstStyle/>
          <a:p>
            <a:endParaRPr lang="en-US"/>
          </a:p>
        </p:txBody>
      </p:sp>
      <p:sp>
        <p:nvSpPr>
          <p:cNvPr id="9247" name="AutoShape 32"/>
          <p:cNvSpPr>
            <a:spLocks noChangeArrowheads="1"/>
          </p:cNvSpPr>
          <p:nvPr/>
        </p:nvSpPr>
        <p:spPr bwMode="auto">
          <a:xfrm>
            <a:off x="8610600" y="4424364"/>
            <a:ext cx="914400" cy="1214437"/>
          </a:xfrm>
          <a:prstGeom prst="can">
            <a:avLst>
              <a:gd name="adj" fmla="val 33203"/>
            </a:avLst>
          </a:prstGeom>
          <a:solidFill>
            <a:schemeClr val="accent1"/>
          </a:solidFill>
          <a:ln w="9525">
            <a:solidFill>
              <a:schemeClr val="tx1"/>
            </a:solidFill>
            <a:round/>
          </a:ln>
        </p:spPr>
        <p:txBody>
          <a:bodyPr wrap="none" anchor="ctr"/>
          <a:lstStyle/>
          <a:p>
            <a:endParaRPr lang="en-US"/>
          </a:p>
        </p:txBody>
      </p:sp>
      <p:grpSp>
        <p:nvGrpSpPr>
          <p:cNvPr id="2" name="Group 33"/>
          <p:cNvGrpSpPr/>
          <p:nvPr/>
        </p:nvGrpSpPr>
        <p:grpSpPr bwMode="auto">
          <a:xfrm>
            <a:off x="6248400" y="685800"/>
            <a:ext cx="2971800" cy="1676400"/>
            <a:chOff x="2976" y="432"/>
            <a:chExt cx="1872" cy="1056"/>
          </a:xfrm>
        </p:grpSpPr>
        <p:sp>
          <p:nvSpPr>
            <p:cNvPr id="9264" name="AutoShape 34"/>
            <p:cNvSpPr>
              <a:spLocks noChangeArrowheads="1"/>
            </p:cNvSpPr>
            <p:nvPr/>
          </p:nvSpPr>
          <p:spPr bwMode="auto">
            <a:xfrm flipH="1">
              <a:off x="2976" y="432"/>
              <a:ext cx="1872" cy="1056"/>
            </a:xfrm>
            <a:prstGeom prst="wedgeRectCallout">
              <a:avLst>
                <a:gd name="adj1" fmla="val -45838"/>
                <a:gd name="adj2" fmla="val 65435"/>
              </a:avLst>
            </a:prstGeom>
            <a:solidFill>
              <a:schemeClr val="accent1"/>
            </a:solidFill>
            <a:ln w="9525">
              <a:solidFill>
                <a:schemeClr val="tx1"/>
              </a:solidFill>
              <a:miter lim="800000"/>
            </a:ln>
          </p:spPr>
          <p:txBody>
            <a:bodyPr/>
            <a:lstStyle/>
            <a:p>
              <a:r>
                <a:rPr lang="en-US" dirty="0">
                  <a:solidFill>
                    <a:srgbClr val="92D050"/>
                  </a:solidFill>
                  <a:latin typeface="Courier New" panose="02070309020205020404" pitchFamily="49" charset="0"/>
                </a:rPr>
                <a:t>ID		001</a:t>
              </a:r>
            </a:p>
            <a:p>
              <a:r>
                <a:rPr lang="en-US" dirty="0">
                  <a:solidFill>
                    <a:srgbClr val="92D050"/>
                  </a:solidFill>
                  <a:latin typeface="Courier New" panose="02070309020205020404" pitchFamily="49" charset="0"/>
                </a:rPr>
                <a:t>Name		</a:t>
              </a:r>
              <a:r>
                <a:rPr lang="en-US" dirty="0" err="1">
                  <a:solidFill>
                    <a:srgbClr val="92D050"/>
                  </a:solidFill>
                  <a:latin typeface="Courier New" panose="02070309020205020404" pitchFamily="49" charset="0"/>
                </a:rPr>
                <a:t>mery</a:t>
              </a:r>
              <a:endParaRPr lang="en-US" dirty="0">
                <a:solidFill>
                  <a:srgbClr val="92D050"/>
                </a:solidFill>
                <a:latin typeface="Courier New" panose="02070309020205020404" pitchFamily="49" charset="0"/>
              </a:endParaRPr>
            </a:p>
            <a:p>
              <a:r>
                <a:rPr lang="en-US" dirty="0">
                  <a:solidFill>
                    <a:srgbClr val="92D050"/>
                  </a:solidFill>
                  <a:latin typeface="Courier New" panose="02070309020205020404" pitchFamily="49" charset="0"/>
                </a:rPr>
                <a:t>Address	</a:t>
              </a:r>
              <a:r>
                <a:rPr lang="en-US" dirty="0" err="1">
                  <a:solidFill>
                    <a:srgbClr val="92D050"/>
                  </a:solidFill>
                  <a:latin typeface="Courier New" panose="02070309020205020404" pitchFamily="49" charset="0"/>
                </a:rPr>
                <a:t>colombo</a:t>
              </a:r>
              <a:endParaRPr lang="en-US" dirty="0">
                <a:solidFill>
                  <a:srgbClr val="92D050"/>
                </a:solidFill>
                <a:latin typeface="Courier New" panose="02070309020205020404" pitchFamily="49" charset="0"/>
              </a:endParaRPr>
            </a:p>
            <a:p>
              <a:r>
                <a:rPr lang="en-US" dirty="0" err="1">
                  <a:solidFill>
                    <a:srgbClr val="92D050"/>
                  </a:solidFill>
                  <a:latin typeface="Courier New" panose="02070309020205020404" pitchFamily="49" charset="0"/>
                </a:rPr>
                <a:t>TelNo</a:t>
              </a:r>
              <a:r>
                <a:rPr lang="en-US" dirty="0">
                  <a:solidFill>
                    <a:srgbClr val="92D050"/>
                  </a:solidFill>
                  <a:latin typeface="Courier New" panose="02070309020205020404" pitchFamily="49" charset="0"/>
                </a:rPr>
                <a:t>		747374</a:t>
              </a:r>
            </a:p>
            <a:p>
              <a:r>
                <a:rPr lang="en-US" sz="2400" b="1" dirty="0">
                  <a:solidFill>
                    <a:srgbClr val="3333CC"/>
                  </a:solidFill>
                  <a:latin typeface="Courier New" panose="02070309020205020404" pitchFamily="49" charset="0"/>
                </a:rPr>
                <a:t>Marks		34</a:t>
              </a:r>
            </a:p>
          </p:txBody>
        </p:sp>
        <p:grpSp>
          <p:nvGrpSpPr>
            <p:cNvPr id="3" name="Group 35"/>
            <p:cNvGrpSpPr/>
            <p:nvPr/>
          </p:nvGrpSpPr>
          <p:grpSpPr bwMode="auto">
            <a:xfrm>
              <a:off x="2976" y="432"/>
              <a:ext cx="1872" cy="912"/>
              <a:chOff x="2976" y="432"/>
              <a:chExt cx="1872" cy="912"/>
            </a:xfrm>
          </p:grpSpPr>
          <p:sp>
            <p:nvSpPr>
              <p:cNvPr id="9266" name="Line 36"/>
              <p:cNvSpPr>
                <a:spLocks noChangeShapeType="1"/>
              </p:cNvSpPr>
              <p:nvPr/>
            </p:nvSpPr>
            <p:spPr bwMode="auto">
              <a:xfrm>
                <a:off x="2976" y="624"/>
                <a:ext cx="1872" cy="0"/>
              </a:xfrm>
              <a:prstGeom prst="line">
                <a:avLst/>
              </a:prstGeom>
              <a:noFill/>
              <a:ln w="9525">
                <a:solidFill>
                  <a:schemeClr val="tx1"/>
                </a:solidFill>
                <a:round/>
              </a:ln>
            </p:spPr>
            <p:txBody>
              <a:bodyPr/>
              <a:lstStyle/>
              <a:p>
                <a:endParaRPr lang="en-US"/>
              </a:p>
            </p:txBody>
          </p:sp>
          <p:sp>
            <p:nvSpPr>
              <p:cNvPr id="9267" name="Line 37"/>
              <p:cNvSpPr>
                <a:spLocks noChangeShapeType="1"/>
              </p:cNvSpPr>
              <p:nvPr/>
            </p:nvSpPr>
            <p:spPr bwMode="auto">
              <a:xfrm>
                <a:off x="2976" y="816"/>
                <a:ext cx="1872" cy="0"/>
              </a:xfrm>
              <a:prstGeom prst="line">
                <a:avLst/>
              </a:prstGeom>
              <a:noFill/>
              <a:ln w="9525">
                <a:solidFill>
                  <a:schemeClr val="tx1"/>
                </a:solidFill>
                <a:round/>
              </a:ln>
            </p:spPr>
            <p:txBody>
              <a:bodyPr/>
              <a:lstStyle/>
              <a:p>
                <a:endParaRPr lang="en-US"/>
              </a:p>
            </p:txBody>
          </p:sp>
          <p:sp>
            <p:nvSpPr>
              <p:cNvPr id="9268" name="Line 38"/>
              <p:cNvSpPr>
                <a:spLocks noChangeShapeType="1"/>
              </p:cNvSpPr>
              <p:nvPr/>
            </p:nvSpPr>
            <p:spPr bwMode="auto">
              <a:xfrm>
                <a:off x="2976" y="990"/>
                <a:ext cx="1872" cy="0"/>
              </a:xfrm>
              <a:prstGeom prst="line">
                <a:avLst/>
              </a:prstGeom>
              <a:noFill/>
              <a:ln w="9525">
                <a:solidFill>
                  <a:schemeClr val="tx1"/>
                </a:solidFill>
                <a:round/>
              </a:ln>
            </p:spPr>
            <p:txBody>
              <a:bodyPr/>
              <a:lstStyle/>
              <a:p>
                <a:endParaRPr lang="en-US"/>
              </a:p>
            </p:txBody>
          </p:sp>
          <p:sp>
            <p:nvSpPr>
              <p:cNvPr id="9269" name="Line 39"/>
              <p:cNvSpPr>
                <a:spLocks noChangeShapeType="1"/>
              </p:cNvSpPr>
              <p:nvPr/>
            </p:nvSpPr>
            <p:spPr bwMode="auto">
              <a:xfrm>
                <a:off x="2976" y="1164"/>
                <a:ext cx="1872" cy="0"/>
              </a:xfrm>
              <a:prstGeom prst="line">
                <a:avLst/>
              </a:prstGeom>
              <a:noFill/>
              <a:ln w="9525">
                <a:solidFill>
                  <a:schemeClr val="tx1"/>
                </a:solidFill>
                <a:round/>
              </a:ln>
            </p:spPr>
            <p:txBody>
              <a:bodyPr/>
              <a:lstStyle/>
              <a:p>
                <a:endParaRPr lang="en-US"/>
              </a:p>
            </p:txBody>
          </p:sp>
          <p:sp>
            <p:nvSpPr>
              <p:cNvPr id="9270" name="Line 40"/>
              <p:cNvSpPr>
                <a:spLocks noChangeShapeType="1"/>
              </p:cNvSpPr>
              <p:nvPr/>
            </p:nvSpPr>
            <p:spPr bwMode="auto">
              <a:xfrm>
                <a:off x="2976" y="1344"/>
                <a:ext cx="1872" cy="0"/>
              </a:xfrm>
              <a:prstGeom prst="line">
                <a:avLst/>
              </a:prstGeom>
              <a:noFill/>
              <a:ln w="9525">
                <a:solidFill>
                  <a:schemeClr val="tx1"/>
                </a:solidFill>
                <a:round/>
              </a:ln>
            </p:spPr>
            <p:txBody>
              <a:bodyPr/>
              <a:lstStyle/>
              <a:p>
                <a:endParaRPr lang="en-US"/>
              </a:p>
            </p:txBody>
          </p:sp>
          <p:sp>
            <p:nvSpPr>
              <p:cNvPr id="9271" name="Line 41"/>
              <p:cNvSpPr>
                <a:spLocks noChangeShapeType="1"/>
              </p:cNvSpPr>
              <p:nvPr/>
            </p:nvSpPr>
            <p:spPr bwMode="auto">
              <a:xfrm>
                <a:off x="3696" y="432"/>
                <a:ext cx="0" cy="912"/>
              </a:xfrm>
              <a:prstGeom prst="line">
                <a:avLst/>
              </a:prstGeom>
              <a:noFill/>
              <a:ln w="9525">
                <a:solidFill>
                  <a:schemeClr val="tx1"/>
                </a:solidFill>
                <a:round/>
              </a:ln>
            </p:spPr>
            <p:txBody>
              <a:bodyPr/>
              <a:lstStyle/>
              <a:p>
                <a:endParaRPr lang="en-US"/>
              </a:p>
            </p:txBody>
          </p:sp>
        </p:grpSp>
      </p:grpSp>
      <p:grpSp>
        <p:nvGrpSpPr>
          <p:cNvPr id="4" name="Group 42"/>
          <p:cNvGrpSpPr/>
          <p:nvPr/>
        </p:nvGrpSpPr>
        <p:grpSpPr bwMode="auto">
          <a:xfrm>
            <a:off x="6248400" y="3124200"/>
            <a:ext cx="2971800" cy="1676400"/>
            <a:chOff x="2976" y="1968"/>
            <a:chExt cx="1872" cy="1056"/>
          </a:xfrm>
        </p:grpSpPr>
        <p:sp>
          <p:nvSpPr>
            <p:cNvPr id="9256" name="AutoShape 43"/>
            <p:cNvSpPr>
              <a:spLocks noChangeArrowheads="1"/>
            </p:cNvSpPr>
            <p:nvPr/>
          </p:nvSpPr>
          <p:spPr bwMode="auto">
            <a:xfrm flipH="1">
              <a:off x="2976" y="1968"/>
              <a:ext cx="1872" cy="1056"/>
            </a:xfrm>
            <a:prstGeom prst="wedgeRectCallout">
              <a:avLst>
                <a:gd name="adj1" fmla="val -45838"/>
                <a:gd name="adj2" fmla="val 65435"/>
              </a:avLst>
            </a:prstGeom>
            <a:solidFill>
              <a:schemeClr val="accent1"/>
            </a:solidFill>
            <a:ln w="9525">
              <a:solidFill>
                <a:schemeClr val="tx1"/>
              </a:solidFill>
              <a:miter lim="800000"/>
            </a:ln>
          </p:spPr>
          <p:txBody>
            <a:bodyPr/>
            <a:lstStyle/>
            <a:p>
              <a:r>
                <a:rPr lang="en-US" dirty="0">
                  <a:solidFill>
                    <a:srgbClr val="92D050"/>
                  </a:solidFill>
                  <a:latin typeface="Courier New" panose="02070309020205020404" pitchFamily="49" charset="0"/>
                </a:rPr>
                <a:t>ID		001</a:t>
              </a:r>
            </a:p>
            <a:p>
              <a:r>
                <a:rPr lang="en-US" dirty="0">
                  <a:solidFill>
                    <a:srgbClr val="92D050"/>
                  </a:solidFill>
                  <a:latin typeface="Courier New" panose="02070309020205020404" pitchFamily="49" charset="0"/>
                </a:rPr>
                <a:t>Name		</a:t>
              </a:r>
              <a:r>
                <a:rPr lang="en-US" dirty="0" err="1">
                  <a:solidFill>
                    <a:srgbClr val="92D050"/>
                  </a:solidFill>
                  <a:latin typeface="Courier New" panose="02070309020205020404" pitchFamily="49" charset="0"/>
                </a:rPr>
                <a:t>mery</a:t>
              </a:r>
              <a:endParaRPr lang="en-US" dirty="0">
                <a:solidFill>
                  <a:srgbClr val="92D050"/>
                </a:solidFill>
                <a:latin typeface="Courier New" panose="02070309020205020404" pitchFamily="49" charset="0"/>
              </a:endParaRPr>
            </a:p>
            <a:p>
              <a:r>
                <a:rPr lang="en-US" dirty="0">
                  <a:solidFill>
                    <a:srgbClr val="92D050"/>
                  </a:solidFill>
                  <a:latin typeface="Courier New" panose="02070309020205020404" pitchFamily="49" charset="0"/>
                </a:rPr>
                <a:t>Address	</a:t>
              </a:r>
              <a:r>
                <a:rPr lang="en-US" dirty="0" err="1">
                  <a:solidFill>
                    <a:srgbClr val="92D050"/>
                  </a:solidFill>
                  <a:latin typeface="Courier New" panose="02070309020205020404" pitchFamily="49" charset="0"/>
                </a:rPr>
                <a:t>colombo</a:t>
              </a:r>
              <a:endParaRPr lang="en-US" dirty="0">
                <a:solidFill>
                  <a:srgbClr val="92D050"/>
                </a:solidFill>
                <a:latin typeface="Courier New" panose="02070309020205020404" pitchFamily="49" charset="0"/>
              </a:endParaRPr>
            </a:p>
            <a:p>
              <a:r>
                <a:rPr lang="en-US" dirty="0" err="1">
                  <a:solidFill>
                    <a:srgbClr val="92D050"/>
                  </a:solidFill>
                  <a:latin typeface="Courier New" panose="02070309020205020404" pitchFamily="49" charset="0"/>
                </a:rPr>
                <a:t>TelNo</a:t>
              </a:r>
              <a:r>
                <a:rPr lang="en-US" dirty="0">
                  <a:solidFill>
                    <a:srgbClr val="92D050"/>
                  </a:solidFill>
                  <a:latin typeface="Courier New" panose="02070309020205020404" pitchFamily="49" charset="0"/>
                </a:rPr>
                <a:t>		747374</a:t>
              </a:r>
            </a:p>
            <a:p>
              <a:r>
                <a:rPr lang="en-US" sz="2000" b="1" dirty="0">
                  <a:solidFill>
                    <a:srgbClr val="3333CC"/>
                  </a:solidFill>
                  <a:latin typeface="Courier New" panose="02070309020205020404" pitchFamily="49" charset="0"/>
                </a:rPr>
                <a:t>Books-</a:t>
              </a:r>
              <a:r>
                <a:rPr lang="en-US" sz="2000" b="1" dirty="0" err="1">
                  <a:solidFill>
                    <a:srgbClr val="3333CC"/>
                  </a:solidFill>
                  <a:latin typeface="Courier New" panose="02070309020205020404" pitchFamily="49" charset="0"/>
                </a:rPr>
                <a:t>bor</a:t>
              </a:r>
              <a:r>
                <a:rPr lang="en-US" sz="2000" b="1" dirty="0">
                  <a:solidFill>
                    <a:srgbClr val="3333CC"/>
                  </a:solidFill>
                  <a:latin typeface="Courier New" panose="02070309020205020404" pitchFamily="49" charset="0"/>
                </a:rPr>
                <a:t>	  6</a:t>
              </a:r>
            </a:p>
            <a:p>
              <a:endParaRPr lang="en-US" dirty="0">
                <a:solidFill>
                  <a:srgbClr val="3333CC"/>
                </a:solidFill>
                <a:latin typeface="Courier New" panose="02070309020205020404" pitchFamily="49" charset="0"/>
              </a:endParaRPr>
            </a:p>
          </p:txBody>
        </p:sp>
        <p:grpSp>
          <p:nvGrpSpPr>
            <p:cNvPr id="5" name="Group 44"/>
            <p:cNvGrpSpPr/>
            <p:nvPr/>
          </p:nvGrpSpPr>
          <p:grpSpPr bwMode="auto">
            <a:xfrm>
              <a:off x="2976" y="1968"/>
              <a:ext cx="1872" cy="912"/>
              <a:chOff x="2976" y="1968"/>
              <a:chExt cx="1872" cy="912"/>
            </a:xfrm>
          </p:grpSpPr>
          <p:sp>
            <p:nvSpPr>
              <p:cNvPr id="9258" name="Line 45"/>
              <p:cNvSpPr>
                <a:spLocks noChangeShapeType="1"/>
              </p:cNvSpPr>
              <p:nvPr/>
            </p:nvSpPr>
            <p:spPr bwMode="auto">
              <a:xfrm>
                <a:off x="2976" y="2160"/>
                <a:ext cx="1872" cy="0"/>
              </a:xfrm>
              <a:prstGeom prst="line">
                <a:avLst/>
              </a:prstGeom>
              <a:noFill/>
              <a:ln w="9525">
                <a:solidFill>
                  <a:schemeClr val="tx1"/>
                </a:solidFill>
                <a:round/>
              </a:ln>
            </p:spPr>
            <p:txBody>
              <a:bodyPr/>
              <a:lstStyle/>
              <a:p>
                <a:endParaRPr lang="en-US"/>
              </a:p>
            </p:txBody>
          </p:sp>
          <p:sp>
            <p:nvSpPr>
              <p:cNvPr id="9259" name="Line 46"/>
              <p:cNvSpPr>
                <a:spLocks noChangeShapeType="1"/>
              </p:cNvSpPr>
              <p:nvPr/>
            </p:nvSpPr>
            <p:spPr bwMode="auto">
              <a:xfrm>
                <a:off x="2976" y="2352"/>
                <a:ext cx="1872" cy="0"/>
              </a:xfrm>
              <a:prstGeom prst="line">
                <a:avLst/>
              </a:prstGeom>
              <a:noFill/>
              <a:ln w="9525">
                <a:solidFill>
                  <a:schemeClr val="tx1"/>
                </a:solidFill>
                <a:round/>
              </a:ln>
            </p:spPr>
            <p:txBody>
              <a:bodyPr/>
              <a:lstStyle/>
              <a:p>
                <a:endParaRPr lang="en-US"/>
              </a:p>
            </p:txBody>
          </p:sp>
          <p:sp>
            <p:nvSpPr>
              <p:cNvPr id="9260" name="Line 47"/>
              <p:cNvSpPr>
                <a:spLocks noChangeShapeType="1"/>
              </p:cNvSpPr>
              <p:nvPr/>
            </p:nvSpPr>
            <p:spPr bwMode="auto">
              <a:xfrm>
                <a:off x="2976" y="2526"/>
                <a:ext cx="1872" cy="0"/>
              </a:xfrm>
              <a:prstGeom prst="line">
                <a:avLst/>
              </a:prstGeom>
              <a:noFill/>
              <a:ln w="9525">
                <a:solidFill>
                  <a:schemeClr val="tx1"/>
                </a:solidFill>
                <a:round/>
              </a:ln>
            </p:spPr>
            <p:txBody>
              <a:bodyPr/>
              <a:lstStyle/>
              <a:p>
                <a:endParaRPr lang="en-US"/>
              </a:p>
            </p:txBody>
          </p:sp>
          <p:sp>
            <p:nvSpPr>
              <p:cNvPr id="9261" name="Line 48"/>
              <p:cNvSpPr>
                <a:spLocks noChangeShapeType="1"/>
              </p:cNvSpPr>
              <p:nvPr/>
            </p:nvSpPr>
            <p:spPr bwMode="auto">
              <a:xfrm>
                <a:off x="2976" y="2700"/>
                <a:ext cx="1872" cy="0"/>
              </a:xfrm>
              <a:prstGeom prst="line">
                <a:avLst/>
              </a:prstGeom>
              <a:noFill/>
              <a:ln w="9525">
                <a:solidFill>
                  <a:schemeClr val="tx1"/>
                </a:solidFill>
                <a:round/>
              </a:ln>
            </p:spPr>
            <p:txBody>
              <a:bodyPr/>
              <a:lstStyle/>
              <a:p>
                <a:endParaRPr lang="en-US"/>
              </a:p>
            </p:txBody>
          </p:sp>
          <p:sp>
            <p:nvSpPr>
              <p:cNvPr id="9262" name="Line 49"/>
              <p:cNvSpPr>
                <a:spLocks noChangeShapeType="1"/>
              </p:cNvSpPr>
              <p:nvPr/>
            </p:nvSpPr>
            <p:spPr bwMode="auto">
              <a:xfrm>
                <a:off x="2976" y="2880"/>
                <a:ext cx="1872" cy="0"/>
              </a:xfrm>
              <a:prstGeom prst="line">
                <a:avLst/>
              </a:prstGeom>
              <a:noFill/>
              <a:ln w="9525">
                <a:solidFill>
                  <a:schemeClr val="tx1"/>
                </a:solidFill>
                <a:round/>
              </a:ln>
            </p:spPr>
            <p:txBody>
              <a:bodyPr/>
              <a:lstStyle/>
              <a:p>
                <a:endParaRPr lang="en-US"/>
              </a:p>
            </p:txBody>
          </p:sp>
          <p:sp>
            <p:nvSpPr>
              <p:cNvPr id="9263" name="Line 50"/>
              <p:cNvSpPr>
                <a:spLocks noChangeShapeType="1"/>
              </p:cNvSpPr>
              <p:nvPr/>
            </p:nvSpPr>
            <p:spPr bwMode="auto">
              <a:xfrm>
                <a:off x="4032" y="1968"/>
                <a:ext cx="0" cy="912"/>
              </a:xfrm>
              <a:prstGeom prst="line">
                <a:avLst/>
              </a:prstGeom>
              <a:noFill/>
              <a:ln w="9525">
                <a:solidFill>
                  <a:schemeClr val="tx1"/>
                </a:solidFill>
                <a:round/>
              </a:ln>
            </p:spPr>
            <p:txBody>
              <a:bodyPr/>
              <a:lstStyle/>
              <a:p>
                <a:endParaRPr lang="en-US"/>
              </a:p>
            </p:txBody>
          </p:sp>
        </p:grpSp>
      </p:grpSp>
      <p:sp>
        <p:nvSpPr>
          <p:cNvPr id="9250" name="Rectangle 3"/>
          <p:cNvSpPr>
            <a:spLocks noChangeArrowheads="1"/>
          </p:cNvSpPr>
          <p:nvPr/>
        </p:nvSpPr>
        <p:spPr bwMode="auto">
          <a:xfrm>
            <a:off x="7848600" y="2667000"/>
            <a:ext cx="2438400" cy="363538"/>
          </a:xfrm>
          <a:prstGeom prst="rect">
            <a:avLst/>
          </a:prstGeom>
          <a:noFill/>
          <a:ln w="12700">
            <a:noFill/>
            <a:miter lim="800000"/>
          </a:ln>
        </p:spPr>
        <p:txBody>
          <a:bodyPr lIns="90488" tIns="44450" rIns="90488" bIns="44450">
            <a:spAutoFit/>
          </a:bodyPr>
          <a:lstStyle/>
          <a:p>
            <a:pPr eaLnBrk="0" hangingPunct="0"/>
            <a:r>
              <a:rPr lang="en-GB">
                <a:solidFill>
                  <a:srgbClr val="FF6600"/>
                </a:solidFill>
                <a:latin typeface="Times New Roman" panose="02020603050405020304" pitchFamily="18" charset="0"/>
              </a:rPr>
              <a:t>Student System Files</a:t>
            </a:r>
          </a:p>
        </p:txBody>
      </p:sp>
      <p:grpSp>
        <p:nvGrpSpPr>
          <p:cNvPr id="6" name="Group 54"/>
          <p:cNvGrpSpPr/>
          <p:nvPr/>
        </p:nvGrpSpPr>
        <p:grpSpPr bwMode="auto">
          <a:xfrm>
            <a:off x="1524001" y="1219200"/>
            <a:ext cx="1654175" cy="762000"/>
            <a:chOff x="0" y="768"/>
            <a:chExt cx="1042" cy="480"/>
          </a:xfrm>
        </p:grpSpPr>
        <p:sp>
          <p:nvSpPr>
            <p:cNvPr id="9254" name="AutoShape 52"/>
            <p:cNvSpPr>
              <a:spLocks noChangeArrowheads="1"/>
            </p:cNvSpPr>
            <p:nvPr/>
          </p:nvSpPr>
          <p:spPr bwMode="auto">
            <a:xfrm>
              <a:off x="240" y="1008"/>
              <a:ext cx="240" cy="240"/>
            </a:xfrm>
            <a:prstGeom prst="downArrow">
              <a:avLst>
                <a:gd name="adj1" fmla="val 50000"/>
                <a:gd name="adj2" fmla="val 25000"/>
              </a:avLst>
            </a:prstGeom>
            <a:solidFill>
              <a:srgbClr val="FF6600"/>
            </a:solidFill>
            <a:ln w="9525">
              <a:solidFill>
                <a:schemeClr val="tx1"/>
              </a:solidFill>
              <a:miter lim="800000"/>
            </a:ln>
          </p:spPr>
          <p:txBody>
            <a:bodyPr wrap="none" anchor="ctr"/>
            <a:lstStyle/>
            <a:p>
              <a:endParaRPr lang="en-US"/>
            </a:p>
          </p:txBody>
        </p:sp>
        <p:sp>
          <p:nvSpPr>
            <p:cNvPr id="9255" name="Text Box 53"/>
            <p:cNvSpPr txBox="1">
              <a:spLocks noChangeArrowheads="1"/>
            </p:cNvSpPr>
            <p:nvPr/>
          </p:nvSpPr>
          <p:spPr bwMode="auto">
            <a:xfrm>
              <a:off x="0" y="768"/>
              <a:ext cx="1042" cy="233"/>
            </a:xfrm>
            <a:prstGeom prst="rect">
              <a:avLst/>
            </a:prstGeom>
            <a:noFill/>
            <a:ln w="9525">
              <a:noFill/>
              <a:miter lim="800000"/>
            </a:ln>
          </p:spPr>
          <p:txBody>
            <a:bodyPr wrap="none">
              <a:spAutoFit/>
            </a:bodyPr>
            <a:lstStyle/>
            <a:p>
              <a:r>
                <a:rPr lang="en-US">
                  <a:solidFill>
                    <a:srgbClr val="FF6600"/>
                  </a:solidFill>
                </a:rPr>
                <a:t>Change request</a:t>
              </a:r>
            </a:p>
          </p:txBody>
        </p:sp>
      </p:grpSp>
      <p:sp>
        <p:nvSpPr>
          <p:cNvPr id="122935" name="AutoShape 55"/>
          <p:cNvSpPr>
            <a:spLocks noChangeArrowheads="1"/>
          </p:cNvSpPr>
          <p:nvPr/>
        </p:nvSpPr>
        <p:spPr bwMode="auto">
          <a:xfrm>
            <a:off x="2514600" y="2333626"/>
            <a:ext cx="685800" cy="257175"/>
          </a:xfrm>
          <a:prstGeom prst="leftRightArrow">
            <a:avLst>
              <a:gd name="adj1" fmla="val 50000"/>
              <a:gd name="adj2" fmla="val 53333"/>
            </a:avLst>
          </a:prstGeom>
          <a:solidFill>
            <a:srgbClr val="FF6600"/>
          </a:solidFill>
          <a:ln w="9525">
            <a:solidFill>
              <a:schemeClr val="tx1"/>
            </a:solidFill>
            <a:miter lim="800000"/>
          </a:ln>
        </p:spPr>
        <p:txBody>
          <a:bodyPr wrap="none" anchor="ctr"/>
          <a:lstStyle/>
          <a:p>
            <a:endParaRPr lang="en-US"/>
          </a:p>
        </p:txBody>
      </p:sp>
      <p:sp>
        <p:nvSpPr>
          <p:cNvPr id="122936" name="AutoShape 56"/>
          <p:cNvSpPr>
            <a:spLocks noChangeArrowheads="1"/>
          </p:cNvSpPr>
          <p:nvPr/>
        </p:nvSpPr>
        <p:spPr bwMode="auto">
          <a:xfrm>
            <a:off x="7391400" y="2362200"/>
            <a:ext cx="685800" cy="304800"/>
          </a:xfrm>
          <a:prstGeom prst="leftRightArrow">
            <a:avLst>
              <a:gd name="adj1" fmla="val 50000"/>
              <a:gd name="adj2" fmla="val 45000"/>
            </a:avLst>
          </a:prstGeom>
          <a:solidFill>
            <a:srgbClr val="FF6600"/>
          </a:solidFill>
          <a:ln w="9525">
            <a:solidFill>
              <a:schemeClr val="tx1"/>
            </a:solidFill>
            <a:miter lim="800000"/>
          </a:ln>
        </p:spPr>
        <p:txBody>
          <a:bodyPr wrap="none" anchor="ctr"/>
          <a:lstStyle/>
          <a:p>
            <a:endParaRPr lang="en-US"/>
          </a:p>
        </p:txBody>
      </p:sp>
      <p:sp>
        <p:nvSpPr>
          <p:cNvPr id="38" name="Slide Number Placeholder 37"/>
          <p:cNvSpPr>
            <a:spLocks noGrp="1"/>
          </p:cNvSpPr>
          <p:nvPr>
            <p:ph type="sldNum" sz="quarter" idx="12"/>
          </p:nvPr>
        </p:nvSpPr>
        <p:spPr/>
        <p:txBody>
          <a:bodyPr/>
          <a:lstStyle/>
          <a:p>
            <a:fld id="{DA7DF29F-8EBD-4955-8135-77E3F3B8D1FA}" type="slidenum">
              <a:rPr lang="en-US" smtClean="0"/>
              <a:t>13</a:t>
            </a:fld>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22935"/>
                                        </p:tgtEl>
                                        <p:attrNameLst>
                                          <p:attrName>style.visibility</p:attrName>
                                        </p:attrNameLst>
                                      </p:cBhvr>
                                      <p:to>
                                        <p:strVal val="visible"/>
                                      </p:to>
                                    </p:set>
                                    <p:animEffect transition="in" filter="blinds(horizontal)">
                                      <p:cBhvr>
                                        <p:cTn id="12" dur="500"/>
                                        <p:tgtEl>
                                          <p:spTgt spid="122935"/>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122936"/>
                                        </p:tgtEl>
                                        <p:attrNameLst>
                                          <p:attrName>style.visibility</p:attrName>
                                        </p:attrNameLst>
                                      </p:cBhvr>
                                      <p:to>
                                        <p:strVal val="visible"/>
                                      </p:to>
                                    </p:set>
                                    <p:animEffect transition="in" filter="blinds(horizontal)">
                                      <p:cBhvr>
                                        <p:cTn id="15" dur="500"/>
                                        <p:tgtEl>
                                          <p:spTgt spid="1229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35" grpId="0" animBg="1"/>
      <p:bldP spid="122936"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242" name="Object 2">
            <a:hlinkClick r:id="" action="ppaction://ole?verb=0"/>
          </p:cNvPr>
          <p:cNvGraphicFramePr/>
          <p:nvPr/>
        </p:nvGraphicFramePr>
        <p:xfrm>
          <a:off x="1747838" y="2057400"/>
          <a:ext cx="766762" cy="850900"/>
        </p:xfrm>
        <a:graphic>
          <a:graphicData uri="http://schemas.openxmlformats.org/presentationml/2006/ole">
            <mc:AlternateContent xmlns:mc="http://schemas.openxmlformats.org/markup-compatibility/2006">
              <mc:Choice xmlns:v="urn:schemas-microsoft-com:vml" Requires="v">
                <p:oleObj name="Clip" r:id="rId3" imgW="1315085" imgH="996950" progId="">
                  <p:embed/>
                </p:oleObj>
              </mc:Choice>
              <mc:Fallback>
                <p:oleObj name="Clip" r:id="rId3" imgW="1315085" imgH="996950" progId="">
                  <p:embed/>
                  <p:pic>
                    <p:nvPicPr>
                      <p:cNvPr id="0" name="Picture 3075"/>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47838" y="2057400"/>
                        <a:ext cx="766762" cy="850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43" name="Object 3">
            <a:hlinkClick r:id="" action="ppaction://ole?verb=0"/>
          </p:cNvPr>
          <p:cNvGraphicFramePr/>
          <p:nvPr/>
        </p:nvGraphicFramePr>
        <p:xfrm>
          <a:off x="1785938" y="4724400"/>
          <a:ext cx="792162" cy="850900"/>
        </p:xfrm>
        <a:graphic>
          <a:graphicData uri="http://schemas.openxmlformats.org/presentationml/2006/ole">
            <mc:AlternateContent xmlns:mc="http://schemas.openxmlformats.org/markup-compatibility/2006">
              <mc:Choice xmlns:v="urn:schemas-microsoft-com:vml" Requires="v">
                <p:oleObj name="Clip" r:id="rId3" imgW="1315085" imgH="996950" progId="">
                  <p:embed/>
                </p:oleObj>
              </mc:Choice>
              <mc:Fallback>
                <p:oleObj name="Clip" r:id="rId3" imgW="1315085" imgH="996950" progId="">
                  <p:embed/>
                  <p:pic>
                    <p:nvPicPr>
                      <p:cNvPr id="0" name="Picture 3076"/>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85938" y="4724400"/>
                        <a:ext cx="792162" cy="850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244" name="Rectangle 4"/>
          <p:cNvSpPr>
            <a:spLocks noChangeArrowheads="1"/>
          </p:cNvSpPr>
          <p:nvPr/>
        </p:nvSpPr>
        <p:spPr bwMode="auto">
          <a:xfrm>
            <a:off x="7924801" y="5884864"/>
            <a:ext cx="2320925" cy="363537"/>
          </a:xfrm>
          <a:prstGeom prst="rect">
            <a:avLst/>
          </a:prstGeom>
          <a:noFill/>
          <a:ln w="12700">
            <a:noFill/>
            <a:miter lim="800000"/>
          </a:ln>
        </p:spPr>
        <p:txBody>
          <a:bodyPr lIns="90488" tIns="44450" rIns="90488" bIns="44450">
            <a:spAutoFit/>
          </a:bodyPr>
          <a:lstStyle/>
          <a:p>
            <a:pPr eaLnBrk="0" hangingPunct="0"/>
            <a:r>
              <a:rPr lang="en-GB">
                <a:solidFill>
                  <a:srgbClr val="FF6600"/>
                </a:solidFill>
                <a:latin typeface="Times New Roman" panose="02020603050405020304" pitchFamily="18" charset="0"/>
              </a:rPr>
              <a:t>Library System Files</a:t>
            </a:r>
          </a:p>
        </p:txBody>
      </p:sp>
      <p:sp>
        <p:nvSpPr>
          <p:cNvPr id="10245" name="Rectangle 5"/>
          <p:cNvSpPr>
            <a:spLocks noGrp="1" noChangeArrowheads="1"/>
          </p:cNvSpPr>
          <p:nvPr>
            <p:ph type="title"/>
          </p:nvPr>
        </p:nvSpPr>
        <p:spPr/>
        <p:txBody>
          <a:bodyPr/>
          <a:lstStyle/>
          <a:p>
            <a:pPr eaLnBrk="1" hangingPunct="1"/>
            <a:r>
              <a:rPr lang="en-GB" sz="3600" b="1" dirty="0"/>
              <a:t>File Based Processing</a:t>
            </a:r>
          </a:p>
        </p:txBody>
      </p:sp>
      <p:graphicFrame>
        <p:nvGraphicFramePr>
          <p:cNvPr id="155654" name="Group 6"/>
          <p:cNvGraphicFramePr>
            <a:graphicFrameLocks noGrp="1"/>
          </p:cNvGraphicFramePr>
          <p:nvPr>
            <p:ph sz="half" idx="1"/>
          </p:nvPr>
        </p:nvGraphicFramePr>
        <p:xfrm>
          <a:off x="3352800" y="1852614"/>
          <a:ext cx="3886200" cy="1196975"/>
        </p:xfrm>
        <a:graphic>
          <a:graphicData uri="http://schemas.openxmlformats.org/drawingml/2006/table">
            <a:tbl>
              <a:tblPr/>
              <a:tblGrid>
                <a:gridCol w="1285875">
                  <a:extLst>
                    <a:ext uri="{9D8B030D-6E8A-4147-A177-3AD203B41FA5}">
                      <a16:colId xmlns:a16="http://schemas.microsoft.com/office/drawing/2014/main" val="20000"/>
                    </a:ext>
                  </a:extLst>
                </a:gridCol>
                <a:gridCol w="2600325">
                  <a:extLst>
                    <a:ext uri="{9D8B030D-6E8A-4147-A177-3AD203B41FA5}">
                      <a16:colId xmlns:a16="http://schemas.microsoft.com/office/drawing/2014/main" val="20001"/>
                    </a:ext>
                  </a:extLst>
                </a:gridCol>
              </a:tblGrid>
              <a:tr h="1196975">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sz="2000" b="1" i="0" u="none" strike="noStrike" cap="none" normalizeH="0" baseline="0" dirty="0">
                          <a:ln>
                            <a:noFill/>
                          </a:ln>
                          <a:solidFill>
                            <a:srgbClr val="3333CC"/>
                          </a:solidFill>
                          <a:effectLst/>
                          <a:latin typeface="Garamond" panose="02020404030301010803" pitchFamily="18" charset="0"/>
                        </a:rPr>
                        <a:t>Data Entry</a:t>
                      </a:r>
                    </a:p>
                  </a:txBody>
                  <a:tcPr marT="45742" marB="4574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sz="2000" b="1" i="0" u="none" strike="noStrike" cap="none" normalizeH="0" baseline="0" dirty="0">
                          <a:ln>
                            <a:noFill/>
                          </a:ln>
                          <a:solidFill>
                            <a:srgbClr val="3333CC"/>
                          </a:solidFill>
                          <a:effectLst/>
                          <a:latin typeface="Garamond" panose="02020404030301010803" pitchFamily="18" charset="0"/>
                        </a:rPr>
                        <a:t>File </a:t>
                      </a:r>
                    </a:p>
                    <a:p>
                      <a:pPr marL="0" marR="0" lvl="0" indent="0" algn="l" defTabSz="914400" rtl="0" eaLnBrk="1" fontAlgn="base" latinLnBrk="0" hangingPunct="1">
                        <a:lnSpc>
                          <a:spcPct val="100000"/>
                        </a:lnSpc>
                        <a:spcBef>
                          <a:spcPct val="20000"/>
                        </a:spcBef>
                        <a:spcAft>
                          <a:spcPct val="0"/>
                        </a:spcAft>
                        <a:buClrTx/>
                        <a:buSzTx/>
                        <a:buFontTx/>
                        <a:buNone/>
                      </a:pPr>
                      <a:r>
                        <a:rPr kumimoji="0" lang="en-US" sz="2000" b="1" i="0" u="none" strike="noStrike" cap="none" normalizeH="0" baseline="0" dirty="0">
                          <a:ln>
                            <a:noFill/>
                          </a:ln>
                          <a:solidFill>
                            <a:srgbClr val="3333CC"/>
                          </a:solidFill>
                          <a:effectLst/>
                          <a:latin typeface="Garamond" panose="02020404030301010803" pitchFamily="18" charset="0"/>
                        </a:rPr>
                        <a:t>Processing</a:t>
                      </a:r>
                    </a:p>
                  </a:txBody>
                  <a:tcPr marT="45742" marB="4574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55664" name="Group 16"/>
          <p:cNvGraphicFramePr>
            <a:graphicFrameLocks noGrp="1"/>
          </p:cNvGraphicFramePr>
          <p:nvPr>
            <p:ph sz="half" idx="2"/>
          </p:nvPr>
        </p:nvGraphicFramePr>
        <p:xfrm>
          <a:off x="3352800" y="4259264"/>
          <a:ext cx="3657600" cy="1304925"/>
        </p:xfrm>
        <a:graphic>
          <a:graphicData uri="http://schemas.openxmlformats.org/drawingml/2006/table">
            <a:tbl>
              <a:tblPr/>
              <a:tblGrid>
                <a:gridCol w="1209675">
                  <a:extLst>
                    <a:ext uri="{9D8B030D-6E8A-4147-A177-3AD203B41FA5}">
                      <a16:colId xmlns:a16="http://schemas.microsoft.com/office/drawing/2014/main" val="20000"/>
                    </a:ext>
                  </a:extLst>
                </a:gridCol>
                <a:gridCol w="2447925">
                  <a:extLst>
                    <a:ext uri="{9D8B030D-6E8A-4147-A177-3AD203B41FA5}">
                      <a16:colId xmlns:a16="http://schemas.microsoft.com/office/drawing/2014/main" val="20001"/>
                    </a:ext>
                  </a:extLst>
                </a:gridCol>
              </a:tblGrid>
              <a:tr h="1304925">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sz="2000" b="1" i="0" u="none" strike="noStrike" cap="none" normalizeH="0" baseline="0" dirty="0">
                          <a:ln>
                            <a:noFill/>
                          </a:ln>
                          <a:solidFill>
                            <a:srgbClr val="3333CC"/>
                          </a:solidFill>
                          <a:effectLst/>
                          <a:latin typeface="Garamond" panose="02020404030301010803" pitchFamily="18" charset="0"/>
                        </a:rPr>
                        <a:t>Data Entry</a:t>
                      </a:r>
                    </a:p>
                  </a:txBody>
                  <a:tcPr marT="45742" marB="4574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sz="2000" b="1" i="0" u="none" strike="noStrike" cap="none" normalizeH="0" baseline="0" dirty="0">
                          <a:ln>
                            <a:noFill/>
                          </a:ln>
                          <a:solidFill>
                            <a:srgbClr val="3333CC"/>
                          </a:solidFill>
                          <a:effectLst/>
                          <a:latin typeface="Garamond" panose="02020404030301010803" pitchFamily="18" charset="0"/>
                        </a:rPr>
                        <a:t>File </a:t>
                      </a:r>
                    </a:p>
                    <a:p>
                      <a:pPr marL="0" marR="0" lvl="0" indent="0" algn="l" defTabSz="914400" rtl="0" eaLnBrk="1" fontAlgn="base" latinLnBrk="0" hangingPunct="1">
                        <a:lnSpc>
                          <a:spcPct val="100000"/>
                        </a:lnSpc>
                        <a:spcBef>
                          <a:spcPct val="20000"/>
                        </a:spcBef>
                        <a:spcAft>
                          <a:spcPct val="0"/>
                        </a:spcAft>
                        <a:buClrTx/>
                        <a:buSzTx/>
                        <a:buFontTx/>
                        <a:buNone/>
                      </a:pPr>
                      <a:r>
                        <a:rPr kumimoji="0" lang="en-US" sz="2000" b="1" i="0" u="none" strike="noStrike" cap="none" normalizeH="0" baseline="0" dirty="0">
                          <a:ln>
                            <a:noFill/>
                          </a:ln>
                          <a:solidFill>
                            <a:srgbClr val="3333CC"/>
                          </a:solidFill>
                          <a:effectLst/>
                          <a:latin typeface="Garamond" panose="02020404030301010803" pitchFamily="18" charset="0"/>
                        </a:rPr>
                        <a:t>Processing</a:t>
                      </a:r>
                    </a:p>
                  </a:txBody>
                  <a:tcPr marT="45742" marB="4574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10266" name="AutoShape 26"/>
          <p:cNvSpPr>
            <a:spLocks noChangeArrowheads="1"/>
          </p:cNvSpPr>
          <p:nvPr/>
        </p:nvSpPr>
        <p:spPr bwMode="auto">
          <a:xfrm>
            <a:off x="2514600" y="2409826"/>
            <a:ext cx="685800" cy="257175"/>
          </a:xfrm>
          <a:prstGeom prst="leftRightArrow">
            <a:avLst>
              <a:gd name="adj1" fmla="val 50000"/>
              <a:gd name="adj2" fmla="val 53333"/>
            </a:avLst>
          </a:prstGeom>
          <a:solidFill>
            <a:srgbClr val="FF6600"/>
          </a:solidFill>
          <a:ln w="9525">
            <a:solidFill>
              <a:schemeClr val="tx1"/>
            </a:solidFill>
            <a:miter lim="800000"/>
          </a:ln>
        </p:spPr>
        <p:txBody>
          <a:bodyPr wrap="none" anchor="ctr"/>
          <a:lstStyle/>
          <a:p>
            <a:pPr algn="ctr"/>
            <a:endParaRPr lang="en-US" dirty="0">
              <a:solidFill>
                <a:srgbClr val="FF0000"/>
              </a:solidFill>
            </a:endParaRPr>
          </a:p>
        </p:txBody>
      </p:sp>
      <p:sp>
        <p:nvSpPr>
          <p:cNvPr id="10267" name="AutoShape 27"/>
          <p:cNvSpPr>
            <a:spLocks noChangeArrowheads="1"/>
          </p:cNvSpPr>
          <p:nvPr/>
        </p:nvSpPr>
        <p:spPr bwMode="auto">
          <a:xfrm>
            <a:off x="2514600" y="4848226"/>
            <a:ext cx="685800" cy="257175"/>
          </a:xfrm>
          <a:prstGeom prst="leftRightArrow">
            <a:avLst>
              <a:gd name="adj1" fmla="val 50000"/>
              <a:gd name="adj2" fmla="val 53333"/>
            </a:avLst>
          </a:prstGeom>
          <a:solidFill>
            <a:srgbClr val="008000"/>
          </a:solidFill>
          <a:ln w="9525">
            <a:solidFill>
              <a:schemeClr val="tx1"/>
            </a:solidFill>
            <a:miter lim="800000"/>
          </a:ln>
        </p:spPr>
        <p:txBody>
          <a:bodyPr wrap="none" anchor="ctr"/>
          <a:lstStyle/>
          <a:p>
            <a:endParaRPr lang="en-US"/>
          </a:p>
        </p:txBody>
      </p:sp>
      <p:sp>
        <p:nvSpPr>
          <p:cNvPr id="10268" name="AutoShape 28"/>
          <p:cNvSpPr>
            <a:spLocks noChangeArrowheads="1"/>
          </p:cNvSpPr>
          <p:nvPr/>
        </p:nvSpPr>
        <p:spPr bwMode="auto">
          <a:xfrm>
            <a:off x="7391400" y="2409826"/>
            <a:ext cx="685800" cy="257175"/>
          </a:xfrm>
          <a:prstGeom prst="leftRightArrow">
            <a:avLst>
              <a:gd name="adj1" fmla="val 50000"/>
              <a:gd name="adj2" fmla="val 53333"/>
            </a:avLst>
          </a:prstGeom>
          <a:solidFill>
            <a:srgbClr val="FF6600"/>
          </a:solidFill>
          <a:ln w="9525">
            <a:solidFill>
              <a:schemeClr val="tx1"/>
            </a:solidFill>
            <a:miter lim="800000"/>
          </a:ln>
        </p:spPr>
        <p:txBody>
          <a:bodyPr wrap="none" anchor="ctr"/>
          <a:lstStyle/>
          <a:p>
            <a:endParaRPr lang="en-US"/>
          </a:p>
        </p:txBody>
      </p:sp>
      <p:sp>
        <p:nvSpPr>
          <p:cNvPr id="10269" name="AutoShape 29"/>
          <p:cNvSpPr>
            <a:spLocks noChangeArrowheads="1"/>
          </p:cNvSpPr>
          <p:nvPr/>
        </p:nvSpPr>
        <p:spPr bwMode="auto">
          <a:xfrm>
            <a:off x="7239000" y="4848226"/>
            <a:ext cx="685800" cy="257175"/>
          </a:xfrm>
          <a:prstGeom prst="leftRightArrow">
            <a:avLst>
              <a:gd name="adj1" fmla="val 50000"/>
              <a:gd name="adj2" fmla="val 53333"/>
            </a:avLst>
          </a:prstGeom>
          <a:solidFill>
            <a:srgbClr val="008000"/>
          </a:solidFill>
          <a:ln w="9525">
            <a:solidFill>
              <a:schemeClr val="tx1"/>
            </a:solidFill>
            <a:miter lim="800000"/>
          </a:ln>
        </p:spPr>
        <p:txBody>
          <a:bodyPr wrap="none" anchor="ctr"/>
          <a:lstStyle/>
          <a:p>
            <a:endParaRPr lang="en-US"/>
          </a:p>
        </p:txBody>
      </p:sp>
      <p:sp>
        <p:nvSpPr>
          <p:cNvPr id="10270" name="AutoShape 30"/>
          <p:cNvSpPr>
            <a:spLocks noChangeArrowheads="1"/>
          </p:cNvSpPr>
          <p:nvPr/>
        </p:nvSpPr>
        <p:spPr bwMode="auto">
          <a:xfrm>
            <a:off x="8610600" y="2057400"/>
            <a:ext cx="914400" cy="1214438"/>
          </a:xfrm>
          <a:prstGeom prst="can">
            <a:avLst>
              <a:gd name="adj" fmla="val 33203"/>
            </a:avLst>
          </a:prstGeom>
          <a:solidFill>
            <a:schemeClr val="accent1"/>
          </a:solidFill>
          <a:ln w="9525">
            <a:solidFill>
              <a:schemeClr val="tx1"/>
            </a:solidFill>
            <a:round/>
          </a:ln>
        </p:spPr>
        <p:txBody>
          <a:bodyPr wrap="none" anchor="ctr"/>
          <a:lstStyle/>
          <a:p>
            <a:endParaRPr lang="en-US"/>
          </a:p>
        </p:txBody>
      </p:sp>
      <p:sp>
        <p:nvSpPr>
          <p:cNvPr id="10271" name="AutoShape 31"/>
          <p:cNvSpPr>
            <a:spLocks noChangeArrowheads="1"/>
          </p:cNvSpPr>
          <p:nvPr/>
        </p:nvSpPr>
        <p:spPr bwMode="auto">
          <a:xfrm>
            <a:off x="8610600" y="4424364"/>
            <a:ext cx="914400" cy="1214437"/>
          </a:xfrm>
          <a:prstGeom prst="can">
            <a:avLst>
              <a:gd name="adj" fmla="val 33203"/>
            </a:avLst>
          </a:prstGeom>
          <a:solidFill>
            <a:schemeClr val="accent1"/>
          </a:solidFill>
          <a:ln w="9525">
            <a:solidFill>
              <a:schemeClr val="tx1"/>
            </a:solidFill>
            <a:round/>
          </a:ln>
        </p:spPr>
        <p:txBody>
          <a:bodyPr wrap="none" anchor="ctr"/>
          <a:lstStyle/>
          <a:p>
            <a:endParaRPr lang="en-US"/>
          </a:p>
        </p:txBody>
      </p:sp>
      <p:grpSp>
        <p:nvGrpSpPr>
          <p:cNvPr id="2" name="Group 32"/>
          <p:cNvGrpSpPr/>
          <p:nvPr/>
        </p:nvGrpSpPr>
        <p:grpSpPr bwMode="auto">
          <a:xfrm>
            <a:off x="6248400" y="685800"/>
            <a:ext cx="2971800" cy="1676400"/>
            <a:chOff x="2976" y="432"/>
            <a:chExt cx="1872" cy="1056"/>
          </a:xfrm>
        </p:grpSpPr>
        <p:sp>
          <p:nvSpPr>
            <p:cNvPr id="10287" name="AutoShape 33"/>
            <p:cNvSpPr>
              <a:spLocks noChangeArrowheads="1"/>
            </p:cNvSpPr>
            <p:nvPr/>
          </p:nvSpPr>
          <p:spPr bwMode="auto">
            <a:xfrm flipH="1">
              <a:off x="2976" y="432"/>
              <a:ext cx="1872" cy="1056"/>
            </a:xfrm>
            <a:prstGeom prst="wedgeRectCallout">
              <a:avLst>
                <a:gd name="adj1" fmla="val -45838"/>
                <a:gd name="adj2" fmla="val 65435"/>
              </a:avLst>
            </a:prstGeom>
            <a:solidFill>
              <a:schemeClr val="accent1"/>
            </a:solidFill>
            <a:ln w="9525">
              <a:solidFill>
                <a:schemeClr val="tx1"/>
              </a:solidFill>
              <a:miter lim="800000"/>
            </a:ln>
          </p:spPr>
          <p:txBody>
            <a:bodyPr/>
            <a:lstStyle/>
            <a:p>
              <a:r>
                <a:rPr lang="en-US" dirty="0">
                  <a:solidFill>
                    <a:srgbClr val="92D050"/>
                  </a:solidFill>
                  <a:latin typeface="Courier New" panose="02070309020205020404" pitchFamily="49" charset="0"/>
                </a:rPr>
                <a:t>ID		001</a:t>
              </a:r>
            </a:p>
            <a:p>
              <a:r>
                <a:rPr lang="en-US" dirty="0">
                  <a:solidFill>
                    <a:srgbClr val="92D050"/>
                  </a:solidFill>
                  <a:latin typeface="Courier New" panose="02070309020205020404" pitchFamily="49" charset="0"/>
                </a:rPr>
                <a:t>Name		</a:t>
              </a:r>
              <a:r>
                <a:rPr lang="en-US" dirty="0" err="1">
                  <a:solidFill>
                    <a:srgbClr val="92D050"/>
                  </a:solidFill>
                  <a:latin typeface="Courier New" panose="02070309020205020404" pitchFamily="49" charset="0"/>
                </a:rPr>
                <a:t>mery</a:t>
              </a:r>
              <a:endParaRPr lang="en-US" dirty="0">
                <a:solidFill>
                  <a:srgbClr val="92D050"/>
                </a:solidFill>
                <a:latin typeface="Courier New" panose="02070309020205020404" pitchFamily="49" charset="0"/>
              </a:endParaRPr>
            </a:p>
            <a:p>
              <a:r>
                <a:rPr lang="en-US" sz="2400" b="1" dirty="0">
                  <a:solidFill>
                    <a:srgbClr val="92D050"/>
                  </a:solidFill>
                  <a:latin typeface="Courier New" panose="02070309020205020404" pitchFamily="49" charset="0"/>
                </a:rPr>
                <a:t>Address	</a:t>
              </a:r>
              <a:r>
                <a:rPr lang="en-US" sz="2400" b="1" dirty="0">
                  <a:solidFill>
                    <a:schemeClr val="accent6">
                      <a:lumMod val="75000"/>
                    </a:schemeClr>
                  </a:solidFill>
                  <a:latin typeface="Courier New" panose="02070309020205020404" pitchFamily="49" charset="0"/>
                </a:rPr>
                <a:t>Kandy</a:t>
              </a:r>
            </a:p>
            <a:p>
              <a:r>
                <a:rPr lang="en-US" dirty="0" err="1">
                  <a:solidFill>
                    <a:srgbClr val="92D050"/>
                  </a:solidFill>
                  <a:latin typeface="Courier New" panose="02070309020205020404" pitchFamily="49" charset="0"/>
                </a:rPr>
                <a:t>TelNo</a:t>
              </a:r>
              <a:r>
                <a:rPr lang="en-US" dirty="0">
                  <a:solidFill>
                    <a:srgbClr val="92D050"/>
                  </a:solidFill>
                  <a:latin typeface="Courier New" panose="02070309020205020404" pitchFamily="49" charset="0"/>
                </a:rPr>
                <a:t>		747374</a:t>
              </a:r>
            </a:p>
            <a:p>
              <a:r>
                <a:rPr lang="en-US" sz="2400" b="1" dirty="0">
                  <a:solidFill>
                    <a:srgbClr val="3333CC"/>
                  </a:solidFill>
                  <a:latin typeface="Courier New" panose="02070309020205020404" pitchFamily="49" charset="0"/>
                </a:rPr>
                <a:t>Marks		34</a:t>
              </a:r>
            </a:p>
          </p:txBody>
        </p:sp>
        <p:grpSp>
          <p:nvGrpSpPr>
            <p:cNvPr id="3" name="Group 34"/>
            <p:cNvGrpSpPr/>
            <p:nvPr/>
          </p:nvGrpSpPr>
          <p:grpSpPr bwMode="auto">
            <a:xfrm>
              <a:off x="2976" y="432"/>
              <a:ext cx="1872" cy="912"/>
              <a:chOff x="2976" y="432"/>
              <a:chExt cx="1872" cy="912"/>
            </a:xfrm>
          </p:grpSpPr>
          <p:sp>
            <p:nvSpPr>
              <p:cNvPr id="10289" name="Line 35"/>
              <p:cNvSpPr>
                <a:spLocks noChangeShapeType="1"/>
              </p:cNvSpPr>
              <p:nvPr/>
            </p:nvSpPr>
            <p:spPr bwMode="auto">
              <a:xfrm>
                <a:off x="2976" y="624"/>
                <a:ext cx="1872" cy="0"/>
              </a:xfrm>
              <a:prstGeom prst="line">
                <a:avLst/>
              </a:prstGeom>
              <a:noFill/>
              <a:ln w="9525">
                <a:solidFill>
                  <a:schemeClr val="tx1"/>
                </a:solidFill>
                <a:round/>
              </a:ln>
            </p:spPr>
            <p:txBody>
              <a:bodyPr/>
              <a:lstStyle/>
              <a:p>
                <a:endParaRPr lang="en-US"/>
              </a:p>
            </p:txBody>
          </p:sp>
          <p:sp>
            <p:nvSpPr>
              <p:cNvPr id="10290" name="Line 36"/>
              <p:cNvSpPr>
                <a:spLocks noChangeShapeType="1"/>
              </p:cNvSpPr>
              <p:nvPr/>
            </p:nvSpPr>
            <p:spPr bwMode="auto">
              <a:xfrm>
                <a:off x="2976" y="816"/>
                <a:ext cx="1872" cy="0"/>
              </a:xfrm>
              <a:prstGeom prst="line">
                <a:avLst/>
              </a:prstGeom>
              <a:noFill/>
              <a:ln w="9525">
                <a:solidFill>
                  <a:schemeClr val="tx1"/>
                </a:solidFill>
                <a:round/>
              </a:ln>
            </p:spPr>
            <p:txBody>
              <a:bodyPr/>
              <a:lstStyle/>
              <a:p>
                <a:endParaRPr lang="en-US"/>
              </a:p>
            </p:txBody>
          </p:sp>
          <p:sp>
            <p:nvSpPr>
              <p:cNvPr id="10291" name="Line 37"/>
              <p:cNvSpPr>
                <a:spLocks noChangeShapeType="1"/>
              </p:cNvSpPr>
              <p:nvPr/>
            </p:nvSpPr>
            <p:spPr bwMode="auto">
              <a:xfrm>
                <a:off x="2976" y="990"/>
                <a:ext cx="1872" cy="0"/>
              </a:xfrm>
              <a:prstGeom prst="line">
                <a:avLst/>
              </a:prstGeom>
              <a:noFill/>
              <a:ln w="9525">
                <a:solidFill>
                  <a:schemeClr val="tx1"/>
                </a:solidFill>
                <a:round/>
              </a:ln>
            </p:spPr>
            <p:txBody>
              <a:bodyPr/>
              <a:lstStyle/>
              <a:p>
                <a:endParaRPr lang="en-US"/>
              </a:p>
            </p:txBody>
          </p:sp>
          <p:sp>
            <p:nvSpPr>
              <p:cNvPr id="10292" name="Line 38"/>
              <p:cNvSpPr>
                <a:spLocks noChangeShapeType="1"/>
              </p:cNvSpPr>
              <p:nvPr/>
            </p:nvSpPr>
            <p:spPr bwMode="auto">
              <a:xfrm>
                <a:off x="2976" y="1164"/>
                <a:ext cx="1872" cy="0"/>
              </a:xfrm>
              <a:prstGeom prst="line">
                <a:avLst/>
              </a:prstGeom>
              <a:noFill/>
              <a:ln w="9525">
                <a:solidFill>
                  <a:schemeClr val="tx1"/>
                </a:solidFill>
                <a:round/>
              </a:ln>
            </p:spPr>
            <p:txBody>
              <a:bodyPr/>
              <a:lstStyle/>
              <a:p>
                <a:endParaRPr lang="en-US"/>
              </a:p>
            </p:txBody>
          </p:sp>
          <p:sp>
            <p:nvSpPr>
              <p:cNvPr id="10293" name="Line 39"/>
              <p:cNvSpPr>
                <a:spLocks noChangeShapeType="1"/>
              </p:cNvSpPr>
              <p:nvPr/>
            </p:nvSpPr>
            <p:spPr bwMode="auto">
              <a:xfrm>
                <a:off x="2976" y="1344"/>
                <a:ext cx="1872" cy="0"/>
              </a:xfrm>
              <a:prstGeom prst="line">
                <a:avLst/>
              </a:prstGeom>
              <a:noFill/>
              <a:ln w="9525">
                <a:solidFill>
                  <a:schemeClr val="tx1"/>
                </a:solidFill>
                <a:round/>
              </a:ln>
            </p:spPr>
            <p:txBody>
              <a:bodyPr/>
              <a:lstStyle/>
              <a:p>
                <a:endParaRPr lang="en-US"/>
              </a:p>
            </p:txBody>
          </p:sp>
          <p:sp>
            <p:nvSpPr>
              <p:cNvPr id="10294" name="Line 40"/>
              <p:cNvSpPr>
                <a:spLocks noChangeShapeType="1"/>
              </p:cNvSpPr>
              <p:nvPr/>
            </p:nvSpPr>
            <p:spPr bwMode="auto">
              <a:xfrm>
                <a:off x="3696" y="432"/>
                <a:ext cx="0" cy="912"/>
              </a:xfrm>
              <a:prstGeom prst="line">
                <a:avLst/>
              </a:prstGeom>
              <a:noFill/>
              <a:ln w="9525">
                <a:solidFill>
                  <a:schemeClr val="tx1"/>
                </a:solidFill>
                <a:round/>
              </a:ln>
            </p:spPr>
            <p:txBody>
              <a:bodyPr/>
              <a:lstStyle/>
              <a:p>
                <a:endParaRPr lang="en-US"/>
              </a:p>
            </p:txBody>
          </p:sp>
        </p:grpSp>
      </p:grpSp>
      <p:grpSp>
        <p:nvGrpSpPr>
          <p:cNvPr id="4" name="Group 41"/>
          <p:cNvGrpSpPr/>
          <p:nvPr/>
        </p:nvGrpSpPr>
        <p:grpSpPr bwMode="auto">
          <a:xfrm>
            <a:off x="6248400" y="3124200"/>
            <a:ext cx="2971800" cy="1676400"/>
            <a:chOff x="2976" y="1968"/>
            <a:chExt cx="1872" cy="1056"/>
          </a:xfrm>
        </p:grpSpPr>
        <p:sp>
          <p:nvSpPr>
            <p:cNvPr id="10279" name="AutoShape 42"/>
            <p:cNvSpPr>
              <a:spLocks noChangeArrowheads="1"/>
            </p:cNvSpPr>
            <p:nvPr/>
          </p:nvSpPr>
          <p:spPr bwMode="auto">
            <a:xfrm flipH="1">
              <a:off x="2976" y="1968"/>
              <a:ext cx="1872" cy="1056"/>
            </a:xfrm>
            <a:prstGeom prst="wedgeRectCallout">
              <a:avLst>
                <a:gd name="adj1" fmla="val -45838"/>
                <a:gd name="adj2" fmla="val 65435"/>
              </a:avLst>
            </a:prstGeom>
            <a:solidFill>
              <a:schemeClr val="accent1"/>
            </a:solidFill>
            <a:ln w="9525">
              <a:solidFill>
                <a:schemeClr val="tx1"/>
              </a:solidFill>
              <a:miter lim="800000"/>
            </a:ln>
          </p:spPr>
          <p:txBody>
            <a:bodyPr/>
            <a:lstStyle/>
            <a:p>
              <a:r>
                <a:rPr lang="en-US" dirty="0">
                  <a:solidFill>
                    <a:srgbClr val="92D050"/>
                  </a:solidFill>
                  <a:latin typeface="Courier New" panose="02070309020205020404" pitchFamily="49" charset="0"/>
                </a:rPr>
                <a:t>ID		001</a:t>
              </a:r>
            </a:p>
            <a:p>
              <a:r>
                <a:rPr lang="en-US" dirty="0">
                  <a:solidFill>
                    <a:srgbClr val="92D050"/>
                  </a:solidFill>
                  <a:latin typeface="Courier New" panose="02070309020205020404" pitchFamily="49" charset="0"/>
                </a:rPr>
                <a:t>Name		</a:t>
              </a:r>
              <a:r>
                <a:rPr lang="en-US" dirty="0" err="1">
                  <a:solidFill>
                    <a:srgbClr val="92D050"/>
                  </a:solidFill>
                  <a:latin typeface="Courier New" panose="02070309020205020404" pitchFamily="49" charset="0"/>
                </a:rPr>
                <a:t>mery</a:t>
              </a:r>
              <a:endParaRPr lang="en-US" dirty="0">
                <a:solidFill>
                  <a:srgbClr val="92D050"/>
                </a:solidFill>
                <a:latin typeface="Courier New" panose="02070309020205020404" pitchFamily="49" charset="0"/>
              </a:endParaRPr>
            </a:p>
            <a:p>
              <a:r>
                <a:rPr lang="en-US" dirty="0">
                  <a:solidFill>
                    <a:srgbClr val="92D050"/>
                  </a:solidFill>
                  <a:latin typeface="Courier New" panose="02070309020205020404" pitchFamily="49" charset="0"/>
                </a:rPr>
                <a:t>Address	</a:t>
              </a:r>
              <a:r>
                <a:rPr lang="en-US" dirty="0" err="1">
                  <a:solidFill>
                    <a:srgbClr val="92D050"/>
                  </a:solidFill>
                  <a:latin typeface="Courier New" panose="02070309020205020404" pitchFamily="49" charset="0"/>
                </a:rPr>
                <a:t>colombo</a:t>
              </a:r>
              <a:endParaRPr lang="en-US" dirty="0">
                <a:solidFill>
                  <a:srgbClr val="92D050"/>
                </a:solidFill>
                <a:latin typeface="Courier New" panose="02070309020205020404" pitchFamily="49" charset="0"/>
              </a:endParaRPr>
            </a:p>
            <a:p>
              <a:r>
                <a:rPr lang="en-US" dirty="0" err="1">
                  <a:solidFill>
                    <a:srgbClr val="92D050"/>
                  </a:solidFill>
                  <a:latin typeface="Courier New" panose="02070309020205020404" pitchFamily="49" charset="0"/>
                </a:rPr>
                <a:t>TelNo</a:t>
              </a:r>
              <a:r>
                <a:rPr lang="en-US" dirty="0">
                  <a:solidFill>
                    <a:srgbClr val="92D050"/>
                  </a:solidFill>
                  <a:latin typeface="Courier New" panose="02070309020205020404" pitchFamily="49" charset="0"/>
                </a:rPr>
                <a:t>		747374</a:t>
              </a:r>
            </a:p>
            <a:p>
              <a:r>
                <a:rPr lang="en-US" sz="2000" b="1" dirty="0">
                  <a:solidFill>
                    <a:srgbClr val="3333CC"/>
                  </a:solidFill>
                  <a:latin typeface="Courier New" panose="02070309020205020404" pitchFamily="49" charset="0"/>
                </a:rPr>
                <a:t>Books-</a:t>
              </a:r>
              <a:r>
                <a:rPr lang="en-US" sz="2000" b="1" dirty="0" err="1">
                  <a:solidFill>
                    <a:srgbClr val="3333CC"/>
                  </a:solidFill>
                  <a:latin typeface="Courier New" panose="02070309020205020404" pitchFamily="49" charset="0"/>
                </a:rPr>
                <a:t>bor</a:t>
              </a:r>
              <a:r>
                <a:rPr lang="en-US" sz="2000" b="1" dirty="0">
                  <a:solidFill>
                    <a:srgbClr val="3333CC"/>
                  </a:solidFill>
                  <a:latin typeface="Courier New" panose="02070309020205020404" pitchFamily="49" charset="0"/>
                </a:rPr>
                <a:t>	  6</a:t>
              </a:r>
            </a:p>
            <a:p>
              <a:endParaRPr lang="en-US" dirty="0">
                <a:solidFill>
                  <a:srgbClr val="3333CC"/>
                </a:solidFill>
                <a:latin typeface="Courier New" panose="02070309020205020404" pitchFamily="49" charset="0"/>
              </a:endParaRPr>
            </a:p>
          </p:txBody>
        </p:sp>
        <p:grpSp>
          <p:nvGrpSpPr>
            <p:cNvPr id="5" name="Group 43"/>
            <p:cNvGrpSpPr/>
            <p:nvPr/>
          </p:nvGrpSpPr>
          <p:grpSpPr bwMode="auto">
            <a:xfrm>
              <a:off x="2976" y="1968"/>
              <a:ext cx="1872" cy="912"/>
              <a:chOff x="2976" y="1968"/>
              <a:chExt cx="1872" cy="912"/>
            </a:xfrm>
          </p:grpSpPr>
          <p:sp>
            <p:nvSpPr>
              <p:cNvPr id="10281" name="Line 44"/>
              <p:cNvSpPr>
                <a:spLocks noChangeShapeType="1"/>
              </p:cNvSpPr>
              <p:nvPr/>
            </p:nvSpPr>
            <p:spPr bwMode="auto">
              <a:xfrm>
                <a:off x="2976" y="2160"/>
                <a:ext cx="1872" cy="0"/>
              </a:xfrm>
              <a:prstGeom prst="line">
                <a:avLst/>
              </a:prstGeom>
              <a:noFill/>
              <a:ln w="9525">
                <a:solidFill>
                  <a:schemeClr val="tx1"/>
                </a:solidFill>
                <a:round/>
              </a:ln>
            </p:spPr>
            <p:txBody>
              <a:bodyPr/>
              <a:lstStyle/>
              <a:p>
                <a:endParaRPr lang="en-US"/>
              </a:p>
            </p:txBody>
          </p:sp>
          <p:sp>
            <p:nvSpPr>
              <p:cNvPr id="10282" name="Line 45"/>
              <p:cNvSpPr>
                <a:spLocks noChangeShapeType="1"/>
              </p:cNvSpPr>
              <p:nvPr/>
            </p:nvSpPr>
            <p:spPr bwMode="auto">
              <a:xfrm>
                <a:off x="2976" y="2352"/>
                <a:ext cx="1872" cy="0"/>
              </a:xfrm>
              <a:prstGeom prst="line">
                <a:avLst/>
              </a:prstGeom>
              <a:noFill/>
              <a:ln w="9525">
                <a:solidFill>
                  <a:schemeClr val="tx1"/>
                </a:solidFill>
                <a:round/>
              </a:ln>
            </p:spPr>
            <p:txBody>
              <a:bodyPr/>
              <a:lstStyle/>
              <a:p>
                <a:endParaRPr lang="en-US"/>
              </a:p>
            </p:txBody>
          </p:sp>
          <p:sp>
            <p:nvSpPr>
              <p:cNvPr id="10283" name="Line 46"/>
              <p:cNvSpPr>
                <a:spLocks noChangeShapeType="1"/>
              </p:cNvSpPr>
              <p:nvPr/>
            </p:nvSpPr>
            <p:spPr bwMode="auto">
              <a:xfrm>
                <a:off x="2976" y="2526"/>
                <a:ext cx="1872" cy="0"/>
              </a:xfrm>
              <a:prstGeom prst="line">
                <a:avLst/>
              </a:prstGeom>
              <a:noFill/>
              <a:ln w="9525">
                <a:solidFill>
                  <a:schemeClr val="tx1"/>
                </a:solidFill>
                <a:round/>
              </a:ln>
            </p:spPr>
            <p:txBody>
              <a:bodyPr/>
              <a:lstStyle/>
              <a:p>
                <a:endParaRPr lang="en-US"/>
              </a:p>
            </p:txBody>
          </p:sp>
          <p:sp>
            <p:nvSpPr>
              <p:cNvPr id="10284" name="Line 47"/>
              <p:cNvSpPr>
                <a:spLocks noChangeShapeType="1"/>
              </p:cNvSpPr>
              <p:nvPr/>
            </p:nvSpPr>
            <p:spPr bwMode="auto">
              <a:xfrm>
                <a:off x="2976" y="2700"/>
                <a:ext cx="1872" cy="0"/>
              </a:xfrm>
              <a:prstGeom prst="line">
                <a:avLst/>
              </a:prstGeom>
              <a:noFill/>
              <a:ln w="9525">
                <a:solidFill>
                  <a:schemeClr val="tx1"/>
                </a:solidFill>
                <a:round/>
              </a:ln>
            </p:spPr>
            <p:txBody>
              <a:bodyPr/>
              <a:lstStyle/>
              <a:p>
                <a:endParaRPr lang="en-US"/>
              </a:p>
            </p:txBody>
          </p:sp>
          <p:sp>
            <p:nvSpPr>
              <p:cNvPr id="10285" name="Line 48"/>
              <p:cNvSpPr>
                <a:spLocks noChangeShapeType="1"/>
              </p:cNvSpPr>
              <p:nvPr/>
            </p:nvSpPr>
            <p:spPr bwMode="auto">
              <a:xfrm>
                <a:off x="2976" y="2880"/>
                <a:ext cx="1872" cy="0"/>
              </a:xfrm>
              <a:prstGeom prst="line">
                <a:avLst/>
              </a:prstGeom>
              <a:noFill/>
              <a:ln w="9525">
                <a:solidFill>
                  <a:schemeClr val="tx1"/>
                </a:solidFill>
                <a:round/>
              </a:ln>
            </p:spPr>
            <p:txBody>
              <a:bodyPr/>
              <a:lstStyle/>
              <a:p>
                <a:endParaRPr lang="en-US"/>
              </a:p>
            </p:txBody>
          </p:sp>
          <p:sp>
            <p:nvSpPr>
              <p:cNvPr id="10286" name="Line 49"/>
              <p:cNvSpPr>
                <a:spLocks noChangeShapeType="1"/>
              </p:cNvSpPr>
              <p:nvPr/>
            </p:nvSpPr>
            <p:spPr bwMode="auto">
              <a:xfrm>
                <a:off x="4032" y="1968"/>
                <a:ext cx="0" cy="912"/>
              </a:xfrm>
              <a:prstGeom prst="line">
                <a:avLst/>
              </a:prstGeom>
              <a:noFill/>
              <a:ln w="9525">
                <a:solidFill>
                  <a:schemeClr val="tx1"/>
                </a:solidFill>
                <a:round/>
              </a:ln>
            </p:spPr>
            <p:txBody>
              <a:bodyPr/>
              <a:lstStyle/>
              <a:p>
                <a:endParaRPr lang="en-US"/>
              </a:p>
            </p:txBody>
          </p:sp>
        </p:grpSp>
      </p:grpSp>
      <p:sp>
        <p:nvSpPr>
          <p:cNvPr id="10274" name="Rectangle 50"/>
          <p:cNvSpPr>
            <a:spLocks noChangeArrowheads="1"/>
          </p:cNvSpPr>
          <p:nvPr/>
        </p:nvSpPr>
        <p:spPr bwMode="auto">
          <a:xfrm>
            <a:off x="7848600" y="2667000"/>
            <a:ext cx="2438400" cy="363538"/>
          </a:xfrm>
          <a:prstGeom prst="rect">
            <a:avLst/>
          </a:prstGeom>
          <a:noFill/>
          <a:ln w="12700">
            <a:noFill/>
            <a:miter lim="800000"/>
          </a:ln>
        </p:spPr>
        <p:txBody>
          <a:bodyPr lIns="90488" tIns="44450" rIns="90488" bIns="44450">
            <a:spAutoFit/>
          </a:bodyPr>
          <a:lstStyle/>
          <a:p>
            <a:pPr eaLnBrk="0" hangingPunct="0"/>
            <a:r>
              <a:rPr lang="en-GB">
                <a:solidFill>
                  <a:srgbClr val="FF6600"/>
                </a:solidFill>
                <a:latin typeface="Times New Roman" panose="02020603050405020304" pitchFamily="18" charset="0"/>
              </a:rPr>
              <a:t>Student System Files</a:t>
            </a:r>
          </a:p>
        </p:txBody>
      </p:sp>
      <p:sp>
        <p:nvSpPr>
          <p:cNvPr id="155699" name="Text Box 51"/>
          <p:cNvSpPr txBox="1">
            <a:spLocks noChangeArrowheads="1"/>
          </p:cNvSpPr>
          <p:nvPr/>
        </p:nvSpPr>
        <p:spPr bwMode="auto">
          <a:xfrm>
            <a:off x="2803526" y="5910264"/>
            <a:ext cx="3481081" cy="646331"/>
          </a:xfrm>
          <a:prstGeom prst="rect">
            <a:avLst/>
          </a:prstGeom>
          <a:noFill/>
          <a:ln w="9525">
            <a:noFill/>
            <a:miter lim="800000"/>
          </a:ln>
        </p:spPr>
        <p:txBody>
          <a:bodyPr wrap="none">
            <a:spAutoFit/>
          </a:bodyPr>
          <a:lstStyle/>
          <a:p>
            <a:r>
              <a:rPr lang="en-US" sz="3600">
                <a:solidFill>
                  <a:srgbClr val="FF0066"/>
                </a:solidFill>
              </a:rPr>
              <a:t>Inconsistent Data</a:t>
            </a:r>
            <a:r>
              <a:rPr lang="en-US"/>
              <a:t> </a:t>
            </a:r>
          </a:p>
        </p:txBody>
      </p:sp>
      <p:grpSp>
        <p:nvGrpSpPr>
          <p:cNvPr id="6" name="Group 54"/>
          <p:cNvGrpSpPr/>
          <p:nvPr/>
        </p:nvGrpSpPr>
        <p:grpSpPr bwMode="auto">
          <a:xfrm>
            <a:off x="1524000" y="1219200"/>
            <a:ext cx="2455864" cy="762000"/>
            <a:chOff x="0" y="768"/>
            <a:chExt cx="1547" cy="480"/>
          </a:xfrm>
        </p:grpSpPr>
        <p:sp>
          <p:nvSpPr>
            <p:cNvPr id="10277" name="AutoShape 55"/>
            <p:cNvSpPr>
              <a:spLocks noChangeArrowheads="1"/>
            </p:cNvSpPr>
            <p:nvPr/>
          </p:nvSpPr>
          <p:spPr bwMode="auto">
            <a:xfrm>
              <a:off x="240" y="1008"/>
              <a:ext cx="240" cy="240"/>
            </a:xfrm>
            <a:prstGeom prst="downArrow">
              <a:avLst>
                <a:gd name="adj1" fmla="val 50000"/>
                <a:gd name="adj2" fmla="val 25000"/>
              </a:avLst>
            </a:prstGeom>
            <a:solidFill>
              <a:srgbClr val="FF6600"/>
            </a:solidFill>
            <a:ln w="9525">
              <a:solidFill>
                <a:schemeClr val="tx1"/>
              </a:solidFill>
              <a:miter lim="800000"/>
            </a:ln>
          </p:spPr>
          <p:txBody>
            <a:bodyPr wrap="none" anchor="ctr"/>
            <a:lstStyle/>
            <a:p>
              <a:endParaRPr lang="en-US"/>
            </a:p>
          </p:txBody>
        </p:sp>
        <p:sp>
          <p:nvSpPr>
            <p:cNvPr id="10278" name="Text Box 56"/>
            <p:cNvSpPr txBox="1">
              <a:spLocks noChangeArrowheads="1"/>
            </p:cNvSpPr>
            <p:nvPr/>
          </p:nvSpPr>
          <p:spPr bwMode="auto">
            <a:xfrm>
              <a:off x="0" y="768"/>
              <a:ext cx="1547" cy="233"/>
            </a:xfrm>
            <a:prstGeom prst="rect">
              <a:avLst/>
            </a:prstGeom>
            <a:noFill/>
            <a:ln w="9525">
              <a:noFill/>
              <a:miter lim="800000"/>
            </a:ln>
          </p:spPr>
          <p:txBody>
            <a:bodyPr wrap="none">
              <a:spAutoFit/>
            </a:bodyPr>
            <a:lstStyle/>
            <a:p>
              <a:r>
                <a:rPr lang="en-US" dirty="0">
                  <a:solidFill>
                    <a:srgbClr val="FF6600"/>
                  </a:solidFill>
                </a:rPr>
                <a:t>Address Change request</a:t>
              </a:r>
            </a:p>
          </p:txBody>
        </p:sp>
      </p:grpSp>
      <p:sp>
        <p:nvSpPr>
          <p:cNvPr id="37" name="Slide Number Placeholder 36"/>
          <p:cNvSpPr>
            <a:spLocks noGrp="1"/>
          </p:cNvSpPr>
          <p:nvPr>
            <p:ph type="sldNum" sz="quarter" idx="12"/>
          </p:nvPr>
        </p:nvSpPr>
        <p:spPr/>
        <p:txBody>
          <a:bodyPr/>
          <a:lstStyle/>
          <a:p>
            <a:fld id="{DA7DF29F-8EBD-4955-8135-77E3F3B8D1FA}" type="slidenum">
              <a:rPr lang="en-US" smtClean="0"/>
              <a:t>14</a:t>
            </a:fld>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5699"/>
                                        </p:tgtEl>
                                        <p:attrNameLst>
                                          <p:attrName>style.visibility</p:attrName>
                                        </p:attrNameLst>
                                      </p:cBhvr>
                                      <p:to>
                                        <p:strVal val="visible"/>
                                      </p:to>
                                    </p:set>
                                    <p:anim calcmode="lin" valueType="num">
                                      <p:cBhvr additive="base">
                                        <p:cTn id="7" dur="500" fill="hold"/>
                                        <p:tgtEl>
                                          <p:spTgt spid="155699"/>
                                        </p:tgtEl>
                                        <p:attrNameLst>
                                          <p:attrName>ppt_x</p:attrName>
                                        </p:attrNameLst>
                                      </p:cBhvr>
                                      <p:tavLst>
                                        <p:tav tm="0">
                                          <p:val>
                                            <p:strVal val="#ppt_x"/>
                                          </p:val>
                                        </p:tav>
                                        <p:tav tm="100000">
                                          <p:val>
                                            <p:strVal val="#ppt_x"/>
                                          </p:val>
                                        </p:tav>
                                      </p:tavLst>
                                    </p:anim>
                                    <p:anim calcmode="lin" valueType="num">
                                      <p:cBhvr additive="base">
                                        <p:cTn id="8" dur="500" fill="hold"/>
                                        <p:tgtEl>
                                          <p:spTgt spid="15569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569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Solution is  DBMS</a:t>
            </a:r>
          </a:p>
        </p:txBody>
      </p:sp>
      <p:sp>
        <p:nvSpPr>
          <p:cNvPr id="3" name="Content Placeholder 2"/>
          <p:cNvSpPr>
            <a:spLocks noGrp="1"/>
          </p:cNvSpPr>
          <p:nvPr>
            <p:ph idx="1"/>
          </p:nvPr>
        </p:nvSpPr>
        <p:spPr>
          <a:xfrm>
            <a:off x="443365" y="1405731"/>
            <a:ext cx="11215235" cy="4351338"/>
          </a:xfrm>
        </p:spPr>
        <p:txBody>
          <a:bodyPr/>
          <a:lstStyle/>
          <a:p>
            <a:r>
              <a:rPr lang="en-US" dirty="0"/>
              <a:t>DBMS is solution to rectify  file based processing  problems</a:t>
            </a:r>
          </a:p>
          <a:p>
            <a:r>
              <a:rPr lang="en-GB" dirty="0"/>
              <a:t>A software system that enables users to define, create and maintain the database and which provides controlled access to the database</a:t>
            </a:r>
            <a:endParaRPr lang="en-US" dirty="0"/>
          </a:p>
          <a:p>
            <a:endParaRPr lang="en-US" dirty="0"/>
          </a:p>
        </p:txBody>
      </p:sp>
      <p:sp>
        <p:nvSpPr>
          <p:cNvPr id="4" name="Slide Number Placeholder 3"/>
          <p:cNvSpPr>
            <a:spLocks noGrp="1"/>
          </p:cNvSpPr>
          <p:nvPr>
            <p:ph type="sldNum" sz="quarter" idx="12"/>
          </p:nvPr>
        </p:nvSpPr>
        <p:spPr/>
        <p:txBody>
          <a:bodyPr/>
          <a:lstStyle/>
          <a:p>
            <a:fld id="{DA7DF29F-8EBD-4955-8135-77E3F3B8D1FA}" type="slidenum">
              <a:rPr lang="en-US" smtClean="0"/>
              <a:t>15</a:t>
            </a:fld>
            <a:endParaRPr lang="en-US"/>
          </a:p>
        </p:txBody>
      </p:sp>
      <p:sp>
        <p:nvSpPr>
          <p:cNvPr id="5" name="Rectangle 4"/>
          <p:cNvSpPr/>
          <p:nvPr/>
        </p:nvSpPr>
        <p:spPr>
          <a:xfrm>
            <a:off x="4800601" y="3112323"/>
            <a:ext cx="2362200" cy="1371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DBMS</a:t>
            </a:r>
          </a:p>
          <a:p>
            <a:pPr algn="ctr"/>
            <a:r>
              <a:rPr lang="en-US" dirty="0"/>
              <a:t>(processing)</a:t>
            </a:r>
          </a:p>
        </p:txBody>
      </p:sp>
      <p:sp>
        <p:nvSpPr>
          <p:cNvPr id="6" name="Flowchart: Magnetic Disk 5"/>
          <p:cNvSpPr/>
          <p:nvPr/>
        </p:nvSpPr>
        <p:spPr>
          <a:xfrm>
            <a:off x="5334000" y="5257800"/>
            <a:ext cx="1447800" cy="1143000"/>
          </a:xfrm>
          <a:prstGeom prst="flowChartMagneticDisk">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Database</a:t>
            </a:r>
          </a:p>
        </p:txBody>
      </p:sp>
      <p:cxnSp>
        <p:nvCxnSpPr>
          <p:cNvPr id="7" name="Straight Arrow Connector 6"/>
          <p:cNvCxnSpPr>
            <a:endCxn id="5" idx="1"/>
          </p:cNvCxnSpPr>
          <p:nvPr/>
        </p:nvCxnSpPr>
        <p:spPr>
          <a:xfrm>
            <a:off x="3048001" y="3798123"/>
            <a:ext cx="17526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pic>
        <p:nvPicPr>
          <p:cNvPr id="8" name="Picture 2" descr="C:\Program Files (x86)\Microsoft Office\MEDIA\CAGCAT10\j0292020.wmf"/>
          <p:cNvPicPr>
            <a:picLocks noChangeAspect="1" noChangeArrowheads="1"/>
          </p:cNvPicPr>
          <p:nvPr/>
        </p:nvPicPr>
        <p:blipFill>
          <a:blip r:embed="rId2"/>
          <a:srcRect/>
          <a:stretch>
            <a:fillRect/>
          </a:stretch>
        </p:blipFill>
        <p:spPr bwMode="auto">
          <a:xfrm>
            <a:off x="1676400" y="2828256"/>
            <a:ext cx="1869034" cy="1773936"/>
          </a:xfrm>
          <a:prstGeom prst="rect">
            <a:avLst/>
          </a:prstGeom>
          <a:noFill/>
        </p:spPr>
      </p:pic>
      <p:cxnSp>
        <p:nvCxnSpPr>
          <p:cNvPr id="9" name="Straight Arrow Connector 8"/>
          <p:cNvCxnSpPr/>
          <p:nvPr/>
        </p:nvCxnSpPr>
        <p:spPr>
          <a:xfrm rot="5400000">
            <a:off x="5144294" y="4837906"/>
            <a:ext cx="685006" cy="79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rot="5400000" flipH="1" flipV="1">
            <a:off x="6172994" y="4799806"/>
            <a:ext cx="6096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stCxn id="5" idx="3"/>
          </p:cNvCxnSpPr>
          <p:nvPr/>
        </p:nvCxnSpPr>
        <p:spPr>
          <a:xfrm>
            <a:off x="7162801" y="3798123"/>
            <a:ext cx="11430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pic>
        <p:nvPicPr>
          <p:cNvPr id="12" name="Picture 4" descr="C:\Program Files (x86)\Microsoft Office\MEDIA\CAGCAT10\j0291984.wmf"/>
          <p:cNvPicPr>
            <a:picLocks noChangeAspect="1" noChangeArrowheads="1"/>
          </p:cNvPicPr>
          <p:nvPr/>
        </p:nvPicPr>
        <p:blipFill>
          <a:blip r:embed="rId3"/>
          <a:srcRect/>
          <a:stretch>
            <a:fillRect/>
          </a:stretch>
        </p:blipFill>
        <p:spPr bwMode="auto">
          <a:xfrm>
            <a:off x="8326830" y="2830219"/>
            <a:ext cx="1807769" cy="1913839"/>
          </a:xfrm>
          <a:prstGeom prst="rect">
            <a:avLst/>
          </a:prstGeom>
          <a:noFill/>
        </p:spPr>
      </p:pic>
      <p:sp>
        <p:nvSpPr>
          <p:cNvPr id="13" name="TextBox 12"/>
          <p:cNvSpPr txBox="1"/>
          <p:nvPr/>
        </p:nvSpPr>
        <p:spPr>
          <a:xfrm>
            <a:off x="1752600" y="4724400"/>
            <a:ext cx="1676400" cy="646331"/>
          </a:xfrm>
          <a:prstGeom prst="rect">
            <a:avLst/>
          </a:prstGeom>
          <a:noFill/>
        </p:spPr>
        <p:txBody>
          <a:bodyPr wrap="square" rtlCol="0">
            <a:spAutoFit/>
          </a:bodyPr>
          <a:lstStyle/>
          <a:p>
            <a:r>
              <a:rPr lang="en-US" dirty="0">
                <a:solidFill>
                  <a:schemeClr val="bg1">
                    <a:lumMod val="95000"/>
                  </a:schemeClr>
                </a:solidFill>
              </a:rPr>
              <a:t>Data Collection</a:t>
            </a:r>
          </a:p>
        </p:txBody>
      </p:sp>
      <p:sp>
        <p:nvSpPr>
          <p:cNvPr id="14" name="TextBox 13"/>
          <p:cNvSpPr txBox="1"/>
          <p:nvPr/>
        </p:nvSpPr>
        <p:spPr>
          <a:xfrm>
            <a:off x="8190160" y="4611398"/>
            <a:ext cx="2743200" cy="369332"/>
          </a:xfrm>
          <a:prstGeom prst="rect">
            <a:avLst/>
          </a:prstGeom>
          <a:noFill/>
        </p:spPr>
        <p:txBody>
          <a:bodyPr wrap="square" rtlCol="0">
            <a:spAutoFit/>
          </a:bodyPr>
          <a:lstStyle/>
          <a:p>
            <a:r>
              <a:rPr lang="en-US" dirty="0">
                <a:solidFill>
                  <a:schemeClr val="bg1">
                    <a:lumMod val="95000"/>
                  </a:schemeClr>
                </a:solidFill>
              </a:rPr>
              <a:t>Information distribution</a:t>
            </a:r>
          </a:p>
        </p:txBody>
      </p:sp>
      <p:sp>
        <p:nvSpPr>
          <p:cNvPr id="15" name="TextBox 14"/>
          <p:cNvSpPr txBox="1"/>
          <p:nvPr/>
        </p:nvSpPr>
        <p:spPr>
          <a:xfrm>
            <a:off x="3886200" y="4572000"/>
            <a:ext cx="1676400" cy="1200329"/>
          </a:xfrm>
          <a:prstGeom prst="rect">
            <a:avLst/>
          </a:prstGeom>
          <a:noFill/>
        </p:spPr>
        <p:txBody>
          <a:bodyPr wrap="square" rtlCol="0">
            <a:spAutoFit/>
          </a:bodyPr>
          <a:lstStyle/>
          <a:p>
            <a:r>
              <a:rPr lang="en-US" dirty="0">
                <a:solidFill>
                  <a:schemeClr val="bg1">
                    <a:lumMod val="95000"/>
                  </a:schemeClr>
                </a:solidFill>
              </a:rPr>
              <a:t>Store the data with well organized form</a:t>
            </a:r>
          </a:p>
        </p:txBody>
      </p:sp>
      <p:sp>
        <p:nvSpPr>
          <p:cNvPr id="16" name="TextBox 15"/>
          <p:cNvSpPr txBox="1"/>
          <p:nvPr/>
        </p:nvSpPr>
        <p:spPr>
          <a:xfrm>
            <a:off x="6781800" y="4572000"/>
            <a:ext cx="1676400" cy="923330"/>
          </a:xfrm>
          <a:prstGeom prst="rect">
            <a:avLst/>
          </a:prstGeom>
          <a:noFill/>
        </p:spPr>
        <p:txBody>
          <a:bodyPr wrap="square" rtlCol="0">
            <a:spAutoFit/>
          </a:bodyPr>
          <a:lstStyle/>
          <a:p>
            <a:r>
              <a:rPr lang="en-US" dirty="0">
                <a:solidFill>
                  <a:schemeClr val="bg1">
                    <a:lumMod val="95000"/>
                  </a:schemeClr>
                </a:solidFill>
              </a:rPr>
              <a:t>Retrieve the data by user query</a:t>
            </a:r>
          </a:p>
        </p:txBody>
      </p:sp>
      <p:sp>
        <p:nvSpPr>
          <p:cNvPr id="17" name="TextBox 24"/>
          <p:cNvSpPr txBox="1"/>
          <p:nvPr/>
        </p:nvSpPr>
        <p:spPr>
          <a:xfrm>
            <a:off x="7239000" y="2906395"/>
            <a:ext cx="1676400"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bg1">
                    <a:lumMod val="95000"/>
                  </a:schemeClr>
                </a:solidFill>
              </a:rPr>
              <a:t>User Query</a:t>
            </a:r>
          </a:p>
        </p:txBody>
      </p:sp>
      <p:cxnSp>
        <p:nvCxnSpPr>
          <p:cNvPr id="18" name="Straight Arrow Connector 17"/>
          <p:cNvCxnSpPr/>
          <p:nvPr/>
        </p:nvCxnSpPr>
        <p:spPr>
          <a:xfrm rot="10800000">
            <a:off x="7239000" y="3581400"/>
            <a:ext cx="13716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rot="5400000">
            <a:off x="5868194" y="4799806"/>
            <a:ext cx="7620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blinds(horizontal)">
                                      <p:cBhvr>
                                        <p:cTn id="7" dur="500"/>
                                        <p:tgtEl>
                                          <p:spTgt spid="13"/>
                                        </p:tgtEl>
                                      </p:cBhvr>
                                    </p:animEffect>
                                  </p:childTnLst>
                                </p:cTn>
                              </p:par>
                              <p:par>
                                <p:cTn id="8" presetID="3" presetClass="entr" presetSubtype="1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blinds(horizontal)">
                                      <p:cBhvr>
                                        <p:cTn id="10"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blinds(horizontal)">
                                      <p:cBhvr>
                                        <p:cTn id="15" dur="500"/>
                                        <p:tgtEl>
                                          <p:spTgt spid="7"/>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blinds(horizontal)">
                                      <p:cBhvr>
                                        <p:cTn id="20" dur="500"/>
                                        <p:tgtEl>
                                          <p:spTgt spid="5"/>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blinds(horizontal)">
                                      <p:cBhvr>
                                        <p:cTn id="25" dur="500"/>
                                        <p:tgtEl>
                                          <p:spTgt spid="9"/>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blinds(horizontal)">
                                      <p:cBhvr>
                                        <p:cTn id="28" dur="500"/>
                                        <p:tgtEl>
                                          <p:spTgt spid="15"/>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6"/>
                                        </p:tgtEl>
                                        <p:attrNameLst>
                                          <p:attrName>style.visibility</p:attrName>
                                        </p:attrNameLst>
                                      </p:cBhvr>
                                      <p:to>
                                        <p:strVal val="visible"/>
                                      </p:to>
                                    </p:set>
                                    <p:animEffect transition="in" filter="blinds(horizontal)">
                                      <p:cBhvr>
                                        <p:cTn id="33" dur="500"/>
                                        <p:tgtEl>
                                          <p:spTgt spid="6"/>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grpId="0" nodeType="click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blinds(horizontal)">
                                      <p:cBhvr>
                                        <p:cTn id="38" dur="500"/>
                                        <p:tgtEl>
                                          <p:spTgt spid="17"/>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nodeType="clickEffect">
                                  <p:stCondLst>
                                    <p:cond delay="0"/>
                                  </p:stCondLst>
                                  <p:childTnLst>
                                    <p:set>
                                      <p:cBhvr>
                                        <p:cTn id="42" dur="1" fill="hold">
                                          <p:stCondLst>
                                            <p:cond delay="0"/>
                                          </p:stCondLst>
                                        </p:cTn>
                                        <p:tgtEl>
                                          <p:spTgt spid="19"/>
                                        </p:tgtEl>
                                        <p:attrNameLst>
                                          <p:attrName>style.visibility</p:attrName>
                                        </p:attrNameLst>
                                      </p:cBhvr>
                                      <p:to>
                                        <p:strVal val="visible"/>
                                      </p:to>
                                    </p:set>
                                    <p:animEffect transition="in" filter="blinds(horizontal)">
                                      <p:cBhvr>
                                        <p:cTn id="43" dur="500"/>
                                        <p:tgtEl>
                                          <p:spTgt spid="19"/>
                                        </p:tgtEl>
                                      </p:cBhvr>
                                    </p:animEffect>
                                  </p:childTnLst>
                                </p:cTn>
                              </p:par>
                              <p:par>
                                <p:cTn id="44" presetID="3" presetClass="entr" presetSubtype="10" fill="hold" nodeType="withEffect">
                                  <p:stCondLst>
                                    <p:cond delay="0"/>
                                  </p:stCondLst>
                                  <p:childTnLst>
                                    <p:set>
                                      <p:cBhvr>
                                        <p:cTn id="45" dur="1" fill="hold">
                                          <p:stCondLst>
                                            <p:cond delay="0"/>
                                          </p:stCondLst>
                                        </p:cTn>
                                        <p:tgtEl>
                                          <p:spTgt spid="18"/>
                                        </p:tgtEl>
                                        <p:attrNameLst>
                                          <p:attrName>style.visibility</p:attrName>
                                        </p:attrNameLst>
                                      </p:cBhvr>
                                      <p:to>
                                        <p:strVal val="visible"/>
                                      </p:to>
                                    </p:set>
                                    <p:animEffect transition="in" filter="blinds(horizontal)">
                                      <p:cBhvr>
                                        <p:cTn id="46" dur="500"/>
                                        <p:tgtEl>
                                          <p:spTgt spid="18"/>
                                        </p:tgtEl>
                                      </p:cBhvr>
                                    </p:animEffect>
                                  </p:childTnLst>
                                </p:cTn>
                              </p:par>
                            </p:childTnLst>
                          </p:cTn>
                        </p:par>
                      </p:childTnLst>
                    </p:cTn>
                  </p:par>
                  <p:par>
                    <p:cTn id="47" fill="hold">
                      <p:stCondLst>
                        <p:cond delay="indefinite"/>
                      </p:stCondLst>
                      <p:childTnLst>
                        <p:par>
                          <p:cTn id="48" fill="hold">
                            <p:stCondLst>
                              <p:cond delay="0"/>
                            </p:stCondLst>
                            <p:childTnLst>
                              <p:par>
                                <p:cTn id="49" presetID="3" presetClass="entr" presetSubtype="10" fill="hold" nodeType="clickEffect">
                                  <p:stCondLst>
                                    <p:cond delay="0"/>
                                  </p:stCondLst>
                                  <p:childTnLst>
                                    <p:set>
                                      <p:cBhvr>
                                        <p:cTn id="50" dur="1" fill="hold">
                                          <p:stCondLst>
                                            <p:cond delay="0"/>
                                          </p:stCondLst>
                                        </p:cTn>
                                        <p:tgtEl>
                                          <p:spTgt spid="10"/>
                                        </p:tgtEl>
                                        <p:attrNameLst>
                                          <p:attrName>style.visibility</p:attrName>
                                        </p:attrNameLst>
                                      </p:cBhvr>
                                      <p:to>
                                        <p:strVal val="visible"/>
                                      </p:to>
                                    </p:set>
                                    <p:animEffect transition="in" filter="blinds(horizontal)">
                                      <p:cBhvr>
                                        <p:cTn id="51" dur="500"/>
                                        <p:tgtEl>
                                          <p:spTgt spid="10"/>
                                        </p:tgtEl>
                                      </p:cBhvr>
                                    </p:animEffect>
                                  </p:childTnLst>
                                </p:cTn>
                              </p:par>
                              <p:par>
                                <p:cTn id="52" presetID="3" presetClass="entr" presetSubtype="10" fill="hold" grpId="0" nodeType="withEffect">
                                  <p:stCondLst>
                                    <p:cond delay="0"/>
                                  </p:stCondLst>
                                  <p:childTnLst>
                                    <p:set>
                                      <p:cBhvr>
                                        <p:cTn id="53" dur="1" fill="hold">
                                          <p:stCondLst>
                                            <p:cond delay="0"/>
                                          </p:stCondLst>
                                        </p:cTn>
                                        <p:tgtEl>
                                          <p:spTgt spid="16"/>
                                        </p:tgtEl>
                                        <p:attrNameLst>
                                          <p:attrName>style.visibility</p:attrName>
                                        </p:attrNameLst>
                                      </p:cBhvr>
                                      <p:to>
                                        <p:strVal val="visible"/>
                                      </p:to>
                                    </p:set>
                                    <p:animEffect transition="in" filter="blinds(horizontal)">
                                      <p:cBhvr>
                                        <p:cTn id="54" dur="500"/>
                                        <p:tgtEl>
                                          <p:spTgt spid="16"/>
                                        </p:tgtEl>
                                      </p:cBhvr>
                                    </p:animEffect>
                                  </p:childTnLst>
                                </p:cTn>
                              </p:par>
                            </p:childTnLst>
                          </p:cTn>
                        </p:par>
                      </p:childTnLst>
                    </p:cTn>
                  </p:par>
                  <p:par>
                    <p:cTn id="55" fill="hold">
                      <p:stCondLst>
                        <p:cond delay="indefinite"/>
                      </p:stCondLst>
                      <p:childTnLst>
                        <p:par>
                          <p:cTn id="56" fill="hold">
                            <p:stCondLst>
                              <p:cond delay="0"/>
                            </p:stCondLst>
                            <p:childTnLst>
                              <p:par>
                                <p:cTn id="57" presetID="3" presetClass="entr" presetSubtype="10" fill="hold" nodeType="clickEffect">
                                  <p:stCondLst>
                                    <p:cond delay="0"/>
                                  </p:stCondLst>
                                  <p:childTnLst>
                                    <p:set>
                                      <p:cBhvr>
                                        <p:cTn id="58" dur="1" fill="hold">
                                          <p:stCondLst>
                                            <p:cond delay="0"/>
                                          </p:stCondLst>
                                        </p:cTn>
                                        <p:tgtEl>
                                          <p:spTgt spid="11"/>
                                        </p:tgtEl>
                                        <p:attrNameLst>
                                          <p:attrName>style.visibility</p:attrName>
                                        </p:attrNameLst>
                                      </p:cBhvr>
                                      <p:to>
                                        <p:strVal val="visible"/>
                                      </p:to>
                                    </p:set>
                                    <p:animEffect transition="in" filter="blinds(horizontal)">
                                      <p:cBhvr>
                                        <p:cTn id="59" dur="500"/>
                                        <p:tgtEl>
                                          <p:spTgt spid="11"/>
                                        </p:tgtEl>
                                      </p:cBhvr>
                                    </p:animEffect>
                                  </p:childTnLst>
                                </p:cTn>
                              </p:par>
                            </p:childTnLst>
                          </p:cTn>
                        </p:par>
                      </p:childTnLst>
                    </p:cTn>
                  </p:par>
                  <p:par>
                    <p:cTn id="60" fill="hold">
                      <p:stCondLst>
                        <p:cond delay="indefinite"/>
                      </p:stCondLst>
                      <p:childTnLst>
                        <p:par>
                          <p:cTn id="61" fill="hold">
                            <p:stCondLst>
                              <p:cond delay="0"/>
                            </p:stCondLst>
                            <p:childTnLst>
                              <p:par>
                                <p:cTn id="62" presetID="3" presetClass="entr" presetSubtype="10" fill="hold" nodeType="clickEffect">
                                  <p:stCondLst>
                                    <p:cond delay="0"/>
                                  </p:stCondLst>
                                  <p:childTnLst>
                                    <p:set>
                                      <p:cBhvr>
                                        <p:cTn id="63" dur="1" fill="hold">
                                          <p:stCondLst>
                                            <p:cond delay="0"/>
                                          </p:stCondLst>
                                        </p:cTn>
                                        <p:tgtEl>
                                          <p:spTgt spid="12"/>
                                        </p:tgtEl>
                                        <p:attrNameLst>
                                          <p:attrName>style.visibility</p:attrName>
                                        </p:attrNameLst>
                                      </p:cBhvr>
                                      <p:to>
                                        <p:strVal val="visible"/>
                                      </p:to>
                                    </p:set>
                                    <p:animEffect transition="in" filter="blinds(horizontal)">
                                      <p:cBhvr>
                                        <p:cTn id="64" dur="500"/>
                                        <p:tgtEl>
                                          <p:spTgt spid="12"/>
                                        </p:tgtEl>
                                      </p:cBhvr>
                                    </p:animEffect>
                                  </p:childTnLst>
                                </p:cTn>
                              </p:par>
                              <p:par>
                                <p:cTn id="65" presetID="3" presetClass="entr" presetSubtype="10" fill="hold" grpId="0" nodeType="withEffect">
                                  <p:stCondLst>
                                    <p:cond delay="0"/>
                                  </p:stCondLst>
                                  <p:childTnLst>
                                    <p:set>
                                      <p:cBhvr>
                                        <p:cTn id="66" dur="1" fill="hold">
                                          <p:stCondLst>
                                            <p:cond delay="0"/>
                                          </p:stCondLst>
                                        </p:cTn>
                                        <p:tgtEl>
                                          <p:spTgt spid="14"/>
                                        </p:tgtEl>
                                        <p:attrNameLst>
                                          <p:attrName>style.visibility</p:attrName>
                                        </p:attrNameLst>
                                      </p:cBhvr>
                                      <p:to>
                                        <p:strVal val="visible"/>
                                      </p:to>
                                    </p:set>
                                    <p:animEffect transition="in" filter="blinds(horizontal)">
                                      <p:cBhvr>
                                        <p:cTn id="6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13" grpId="0"/>
      <p:bldP spid="14" grpId="0"/>
      <p:bldP spid="15" grpId="0"/>
      <p:bldP spid="16" grpId="0"/>
      <p:bldP spid="1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normAutofit fontScale="90000"/>
          </a:bodyPr>
          <a:lstStyle/>
          <a:p>
            <a:pPr eaLnBrk="1" hangingPunct="1"/>
            <a:r>
              <a:rPr lang="en-US" sz="3600" b="1" dirty="0"/>
              <a:t>Why  DBMS?</a:t>
            </a:r>
            <a:br>
              <a:rPr lang="en-US" sz="3600" b="1" dirty="0"/>
            </a:br>
            <a:endParaRPr lang="en-US" sz="3600" b="1" dirty="0"/>
          </a:p>
        </p:txBody>
      </p:sp>
      <p:sp>
        <p:nvSpPr>
          <p:cNvPr id="29699" name="Rectangle 3"/>
          <p:cNvSpPr>
            <a:spLocks noGrp="1" noChangeArrowheads="1"/>
          </p:cNvSpPr>
          <p:nvPr>
            <p:ph idx="1"/>
          </p:nvPr>
        </p:nvSpPr>
        <p:spPr>
          <a:xfrm>
            <a:off x="2057400" y="1143000"/>
            <a:ext cx="8382000" cy="5715000"/>
          </a:xfrm>
        </p:spPr>
        <p:txBody>
          <a:bodyPr>
            <a:normAutofit/>
          </a:bodyPr>
          <a:lstStyle/>
          <a:p>
            <a:pPr eaLnBrk="1" hangingPunct="1"/>
            <a:r>
              <a:rPr lang="en-US" dirty="0">
                <a:solidFill>
                  <a:srgbClr val="00B0F0"/>
                </a:solidFill>
              </a:rPr>
              <a:t>Suppose we need to develop a Information system.</a:t>
            </a:r>
          </a:p>
          <a:p>
            <a:pPr eaLnBrk="1" hangingPunct="1"/>
            <a:r>
              <a:rPr lang="en-US" dirty="0">
                <a:solidFill>
                  <a:srgbClr val="00B0F0"/>
                </a:solidFill>
              </a:rPr>
              <a:t> How do we</a:t>
            </a:r>
          </a:p>
          <a:p>
            <a:pPr lvl="1" eaLnBrk="1" hangingPunct="1">
              <a:buFont typeface="Symbol" panose="05050102010706020507" pitchFamily="18" charset="2"/>
              <a:buChar char="-"/>
            </a:pPr>
            <a:r>
              <a:rPr lang="en-US" sz="3200" dirty="0">
                <a:solidFill>
                  <a:srgbClr val="00B0F0"/>
                </a:solidFill>
              </a:rPr>
              <a:t>store the data? </a:t>
            </a:r>
            <a:r>
              <a:rPr lang="en-US" dirty="0">
                <a:solidFill>
                  <a:srgbClr val="00B0F0"/>
                </a:solidFill>
              </a:rPr>
              <a:t>(use file structures…)</a:t>
            </a:r>
          </a:p>
          <a:p>
            <a:pPr lvl="1" eaLnBrk="1" hangingPunct="1">
              <a:buFont typeface="Symbol" panose="05050102010706020507" pitchFamily="18" charset="2"/>
              <a:buChar char="-"/>
            </a:pPr>
            <a:r>
              <a:rPr lang="en-US" sz="3200" dirty="0">
                <a:solidFill>
                  <a:srgbClr val="00B0F0"/>
                </a:solidFill>
              </a:rPr>
              <a:t>query the data? </a:t>
            </a:r>
            <a:r>
              <a:rPr lang="en-US" dirty="0">
                <a:solidFill>
                  <a:srgbClr val="00B0F0"/>
                </a:solidFill>
              </a:rPr>
              <a:t>(write programs…)</a:t>
            </a:r>
          </a:p>
          <a:p>
            <a:pPr lvl="1" eaLnBrk="1" hangingPunct="1">
              <a:buFont typeface="Symbol" panose="05050102010706020507" pitchFamily="18" charset="2"/>
              <a:buChar char="-"/>
            </a:pPr>
            <a:r>
              <a:rPr lang="en-US" sz="3200" dirty="0">
                <a:solidFill>
                  <a:srgbClr val="00B0F0"/>
                </a:solidFill>
              </a:rPr>
              <a:t>Update data safely? </a:t>
            </a:r>
            <a:r>
              <a:rPr lang="en-US" dirty="0">
                <a:solidFill>
                  <a:srgbClr val="00B0F0"/>
                </a:solidFill>
              </a:rPr>
              <a:t>(write more programs…)</a:t>
            </a:r>
          </a:p>
          <a:p>
            <a:pPr lvl="1" eaLnBrk="1" hangingPunct="1">
              <a:buFont typeface="Symbol" panose="05050102010706020507" pitchFamily="18" charset="2"/>
              <a:buChar char="-"/>
            </a:pPr>
            <a:r>
              <a:rPr lang="en-US" sz="3200" dirty="0">
                <a:solidFill>
                  <a:srgbClr val="00B0F0"/>
                </a:solidFill>
              </a:rPr>
              <a:t>provide different views on the same data?</a:t>
            </a:r>
          </a:p>
          <a:p>
            <a:pPr lvl="2" eaLnBrk="1" hangingPunct="1">
              <a:buNone/>
            </a:pPr>
            <a:r>
              <a:rPr lang="en-US" sz="2800" dirty="0">
                <a:solidFill>
                  <a:srgbClr val="00B0F0"/>
                </a:solidFill>
              </a:rPr>
              <a:t>(staff &amp; students different)</a:t>
            </a:r>
            <a:r>
              <a:rPr lang="en-US" sz="3200" dirty="0">
                <a:solidFill>
                  <a:srgbClr val="00B0F0"/>
                </a:solidFill>
              </a:rPr>
              <a:t> </a:t>
            </a:r>
            <a:endParaRPr lang="en-US" sz="2800" dirty="0">
              <a:solidFill>
                <a:srgbClr val="00B0F0"/>
              </a:solidFill>
            </a:endParaRPr>
          </a:p>
          <a:p>
            <a:pPr lvl="1" eaLnBrk="1" hangingPunct="1">
              <a:buFont typeface="Symbol" panose="05050102010706020507" pitchFamily="18" charset="2"/>
              <a:buChar char="-"/>
            </a:pPr>
            <a:r>
              <a:rPr lang="en-US" sz="3200" dirty="0">
                <a:solidFill>
                  <a:srgbClr val="00B0F0"/>
                </a:solidFill>
              </a:rPr>
              <a:t>deal with crashes? </a:t>
            </a:r>
            <a:endParaRPr lang="en-US" dirty="0">
              <a:solidFill>
                <a:srgbClr val="00B0F0"/>
              </a:solidFill>
            </a:endParaRPr>
          </a:p>
          <a:p>
            <a:pPr eaLnBrk="1" hangingPunct="1"/>
            <a:r>
              <a:rPr lang="en-US" b="1" dirty="0">
                <a:solidFill>
                  <a:srgbClr val="FF6600"/>
                </a:solidFill>
              </a:rPr>
              <a:t>DBMS helps to above activities.</a:t>
            </a:r>
          </a:p>
          <a:p>
            <a:pPr eaLnBrk="1" hangingPunct="1"/>
            <a:endParaRPr lang="en-US" b="1" dirty="0">
              <a:solidFill>
                <a:srgbClr val="FF6600"/>
              </a:solidFill>
            </a:endParaRPr>
          </a:p>
        </p:txBody>
      </p:sp>
      <p:pic>
        <p:nvPicPr>
          <p:cNvPr id="6148" name="Picture 4" descr="0012"/>
          <p:cNvPicPr>
            <a:picLocks noChangeAspect="1" noChangeArrowheads="1" noCrop="1"/>
          </p:cNvPicPr>
          <p:nvPr/>
        </p:nvPicPr>
        <p:blipFill>
          <a:blip r:embed="rId2"/>
          <a:srcRect/>
          <a:stretch>
            <a:fillRect/>
          </a:stretch>
        </p:blipFill>
        <p:spPr bwMode="auto">
          <a:xfrm>
            <a:off x="8855978" y="5638800"/>
            <a:ext cx="1812022" cy="1219200"/>
          </a:xfrm>
          <a:prstGeom prst="rect">
            <a:avLst/>
          </a:prstGeom>
          <a:noFill/>
          <a:ln w="9525">
            <a:noFill/>
            <a:miter lim="800000"/>
            <a:headEnd/>
            <a:tailEnd/>
          </a:ln>
        </p:spPr>
      </p:pic>
      <p:sp>
        <p:nvSpPr>
          <p:cNvPr id="5" name="Slide Number Placeholder 4"/>
          <p:cNvSpPr>
            <a:spLocks noGrp="1"/>
          </p:cNvSpPr>
          <p:nvPr>
            <p:ph type="sldNum" sz="quarter" idx="12"/>
          </p:nvPr>
        </p:nvSpPr>
        <p:spPr/>
        <p:txBody>
          <a:bodyPr/>
          <a:lstStyle/>
          <a:p>
            <a:fld id="{DA7DF29F-8EBD-4955-8135-77E3F3B8D1FA}" type="slidenum">
              <a:rPr lang="en-US" smtClean="0"/>
              <a:t>16</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9699">
                                            <p:txEl>
                                              <p:pRg st="2" end="2"/>
                                            </p:txEl>
                                          </p:spTgt>
                                        </p:tgtEl>
                                        <p:attrNameLst>
                                          <p:attrName>style.visibility</p:attrName>
                                        </p:attrNameLst>
                                      </p:cBhvr>
                                      <p:to>
                                        <p:strVal val="visible"/>
                                      </p:to>
                                    </p:set>
                                    <p:anim calcmode="lin" valueType="num">
                                      <p:cBhvr additive="base">
                                        <p:cTn id="7" dur="500" fill="hold"/>
                                        <p:tgtEl>
                                          <p:spTgt spid="29699">
                                            <p:txEl>
                                              <p:pRg st="2" end="2"/>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9699">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29699">
                                            <p:txEl>
                                              <p:pRg st="3" end="3"/>
                                            </p:txEl>
                                          </p:spTgt>
                                        </p:tgtEl>
                                        <p:attrNameLst>
                                          <p:attrName>style.visibility</p:attrName>
                                        </p:attrNameLst>
                                      </p:cBhvr>
                                      <p:to>
                                        <p:strVal val="visible"/>
                                      </p:to>
                                    </p:set>
                                    <p:anim calcmode="lin" valueType="num">
                                      <p:cBhvr additive="base">
                                        <p:cTn id="13" dur="500" fill="hold"/>
                                        <p:tgtEl>
                                          <p:spTgt spid="29699">
                                            <p:txEl>
                                              <p:pRg st="3" end="3"/>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9699">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29699">
                                            <p:txEl>
                                              <p:pRg st="4" end="4"/>
                                            </p:txEl>
                                          </p:spTgt>
                                        </p:tgtEl>
                                        <p:attrNameLst>
                                          <p:attrName>style.visibility</p:attrName>
                                        </p:attrNameLst>
                                      </p:cBhvr>
                                      <p:to>
                                        <p:strVal val="visible"/>
                                      </p:to>
                                    </p:set>
                                    <p:anim calcmode="lin" valueType="num">
                                      <p:cBhvr additive="base">
                                        <p:cTn id="19" dur="500" fill="hold"/>
                                        <p:tgtEl>
                                          <p:spTgt spid="29699">
                                            <p:txEl>
                                              <p:pRg st="4" end="4"/>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9699">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29699">
                                            <p:txEl>
                                              <p:pRg st="5" end="5"/>
                                            </p:txEl>
                                          </p:spTgt>
                                        </p:tgtEl>
                                        <p:attrNameLst>
                                          <p:attrName>style.visibility</p:attrName>
                                        </p:attrNameLst>
                                      </p:cBhvr>
                                      <p:to>
                                        <p:strVal val="visible"/>
                                      </p:to>
                                    </p:set>
                                    <p:anim calcmode="lin" valueType="num">
                                      <p:cBhvr additive="base">
                                        <p:cTn id="25" dur="500" fill="hold"/>
                                        <p:tgtEl>
                                          <p:spTgt spid="29699">
                                            <p:txEl>
                                              <p:pRg st="5" end="5"/>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9699">
                                            <p:txEl>
                                              <p:pRg st="5" end="5"/>
                                            </p:txEl>
                                          </p:spTgt>
                                        </p:tgtEl>
                                        <p:attrNameLst>
                                          <p:attrName>ppt_y</p:attrName>
                                        </p:attrNameLst>
                                      </p:cBhvr>
                                      <p:tavLst>
                                        <p:tav tm="0">
                                          <p:val>
                                            <p:strVal val="#ppt_y"/>
                                          </p:val>
                                        </p:tav>
                                        <p:tav tm="100000">
                                          <p:val>
                                            <p:strVal val="#ppt_y"/>
                                          </p:val>
                                        </p:tav>
                                      </p:tavLst>
                                    </p:anim>
                                  </p:childTnLst>
                                </p:cTn>
                              </p:par>
                              <p:par>
                                <p:cTn id="27" presetID="2" presetClass="entr" presetSubtype="8" fill="hold" nodeType="withEffect">
                                  <p:stCondLst>
                                    <p:cond delay="0"/>
                                  </p:stCondLst>
                                  <p:childTnLst>
                                    <p:set>
                                      <p:cBhvr>
                                        <p:cTn id="28" dur="1" fill="hold">
                                          <p:stCondLst>
                                            <p:cond delay="0"/>
                                          </p:stCondLst>
                                        </p:cTn>
                                        <p:tgtEl>
                                          <p:spTgt spid="29699">
                                            <p:txEl>
                                              <p:pRg st="6" end="6"/>
                                            </p:txEl>
                                          </p:spTgt>
                                        </p:tgtEl>
                                        <p:attrNameLst>
                                          <p:attrName>style.visibility</p:attrName>
                                        </p:attrNameLst>
                                      </p:cBhvr>
                                      <p:to>
                                        <p:strVal val="visible"/>
                                      </p:to>
                                    </p:set>
                                    <p:anim calcmode="lin" valueType="num">
                                      <p:cBhvr additive="base">
                                        <p:cTn id="29" dur="500" fill="hold"/>
                                        <p:tgtEl>
                                          <p:spTgt spid="29699">
                                            <p:txEl>
                                              <p:pRg st="6" end="6"/>
                                            </p:txEl>
                                          </p:spTgt>
                                        </p:tgtEl>
                                        <p:attrNameLst>
                                          <p:attrName>ppt_x</p:attrName>
                                        </p:attrNameLst>
                                      </p:cBhvr>
                                      <p:tavLst>
                                        <p:tav tm="0">
                                          <p:val>
                                            <p:strVal val="0-#ppt_w/2"/>
                                          </p:val>
                                        </p:tav>
                                        <p:tav tm="100000">
                                          <p:val>
                                            <p:strVal val="#ppt_x"/>
                                          </p:val>
                                        </p:tav>
                                      </p:tavLst>
                                    </p:anim>
                                    <p:anim calcmode="lin" valueType="num">
                                      <p:cBhvr additive="base">
                                        <p:cTn id="30" dur="500" fill="hold"/>
                                        <p:tgtEl>
                                          <p:spTgt spid="29699">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8" fill="hold" nodeType="clickEffect">
                                  <p:stCondLst>
                                    <p:cond delay="0"/>
                                  </p:stCondLst>
                                  <p:childTnLst>
                                    <p:set>
                                      <p:cBhvr>
                                        <p:cTn id="34" dur="1" fill="hold">
                                          <p:stCondLst>
                                            <p:cond delay="0"/>
                                          </p:stCondLst>
                                        </p:cTn>
                                        <p:tgtEl>
                                          <p:spTgt spid="29699">
                                            <p:txEl>
                                              <p:pRg st="7" end="7"/>
                                            </p:txEl>
                                          </p:spTgt>
                                        </p:tgtEl>
                                        <p:attrNameLst>
                                          <p:attrName>style.visibility</p:attrName>
                                        </p:attrNameLst>
                                      </p:cBhvr>
                                      <p:to>
                                        <p:strVal val="visible"/>
                                      </p:to>
                                    </p:set>
                                    <p:anim calcmode="lin" valueType="num">
                                      <p:cBhvr additive="base">
                                        <p:cTn id="35" dur="500" fill="hold"/>
                                        <p:tgtEl>
                                          <p:spTgt spid="29699">
                                            <p:txEl>
                                              <p:pRg st="7" end="7"/>
                                            </p:txEl>
                                          </p:spTgt>
                                        </p:tgtEl>
                                        <p:attrNameLst>
                                          <p:attrName>ppt_x</p:attrName>
                                        </p:attrNameLst>
                                      </p:cBhvr>
                                      <p:tavLst>
                                        <p:tav tm="0">
                                          <p:val>
                                            <p:strVal val="0-#ppt_w/2"/>
                                          </p:val>
                                        </p:tav>
                                        <p:tav tm="100000">
                                          <p:val>
                                            <p:strVal val="#ppt_x"/>
                                          </p:val>
                                        </p:tav>
                                      </p:tavLst>
                                    </p:anim>
                                    <p:anim calcmode="lin" valueType="num">
                                      <p:cBhvr additive="base">
                                        <p:cTn id="36" dur="500" fill="hold"/>
                                        <p:tgtEl>
                                          <p:spTgt spid="29699">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29699">
                                            <p:txEl>
                                              <p:pRg st="8" end="8"/>
                                            </p:txEl>
                                          </p:spTgt>
                                        </p:tgtEl>
                                        <p:attrNameLst>
                                          <p:attrName>style.visibility</p:attrName>
                                        </p:attrNameLst>
                                      </p:cBhvr>
                                      <p:to>
                                        <p:strVal val="visible"/>
                                      </p:to>
                                    </p:set>
                                    <p:anim calcmode="lin" valueType="num">
                                      <p:cBhvr additive="base">
                                        <p:cTn id="41" dur="500" fill="hold"/>
                                        <p:tgtEl>
                                          <p:spTgt spid="29699">
                                            <p:txEl>
                                              <p:pRg st="8" end="8"/>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29699">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3035300" y="514350"/>
            <a:ext cx="6781800" cy="704850"/>
          </a:xfrm>
        </p:spPr>
        <p:txBody>
          <a:bodyPr>
            <a:normAutofit fontScale="90000"/>
          </a:bodyPr>
          <a:lstStyle/>
          <a:p>
            <a:pPr eaLnBrk="1" hangingPunct="1"/>
            <a:r>
              <a:rPr lang="en-US" sz="3600" b="1" dirty="0"/>
              <a:t>What is a Database System?</a:t>
            </a:r>
            <a:br>
              <a:rPr lang="en-US" sz="3600" b="1" dirty="0"/>
            </a:br>
            <a:endParaRPr lang="en-US" sz="3600" b="1" dirty="0"/>
          </a:p>
        </p:txBody>
      </p:sp>
      <p:sp>
        <p:nvSpPr>
          <p:cNvPr id="28675" name="Rectangle 3"/>
          <p:cNvSpPr>
            <a:spLocks noGrp="1" noChangeArrowheads="1"/>
          </p:cNvSpPr>
          <p:nvPr>
            <p:ph idx="1"/>
          </p:nvPr>
        </p:nvSpPr>
        <p:spPr>
          <a:xfrm>
            <a:off x="1752600" y="1295401"/>
            <a:ext cx="8686800" cy="4830763"/>
          </a:xfrm>
        </p:spPr>
        <p:txBody>
          <a:bodyPr/>
          <a:lstStyle/>
          <a:p>
            <a:pPr eaLnBrk="1" hangingPunct="1">
              <a:buFontTx/>
              <a:buNone/>
            </a:pPr>
            <a:r>
              <a:rPr lang="en-US" b="1" dirty="0">
                <a:solidFill>
                  <a:srgbClr val="FF6600"/>
                </a:solidFill>
              </a:rPr>
              <a:t>Database System</a:t>
            </a:r>
            <a:r>
              <a:rPr lang="en-US" b="1" dirty="0">
                <a:solidFill>
                  <a:srgbClr val="9B009B"/>
                </a:solidFill>
              </a:rPr>
              <a:t> = </a:t>
            </a:r>
            <a:r>
              <a:rPr lang="en-US" b="1" dirty="0">
                <a:solidFill>
                  <a:srgbClr val="FFFF00"/>
                </a:solidFill>
              </a:rPr>
              <a:t>Database</a:t>
            </a:r>
            <a:r>
              <a:rPr lang="en-US" b="1" dirty="0">
                <a:solidFill>
                  <a:srgbClr val="9B009B"/>
                </a:solidFill>
              </a:rPr>
              <a:t> + </a:t>
            </a:r>
            <a:r>
              <a:rPr lang="en-US" b="1" dirty="0">
                <a:solidFill>
                  <a:srgbClr val="C00000"/>
                </a:solidFill>
              </a:rPr>
              <a:t>DBMS</a:t>
            </a:r>
          </a:p>
          <a:p>
            <a:pPr eaLnBrk="1" hangingPunct="1"/>
            <a:r>
              <a:rPr lang="en-US" dirty="0">
                <a:solidFill>
                  <a:schemeClr val="tx1"/>
                </a:solidFill>
              </a:rPr>
              <a:t>A </a:t>
            </a:r>
            <a:r>
              <a:rPr lang="en-US" b="1" dirty="0">
                <a:solidFill>
                  <a:schemeClr val="tx1"/>
                </a:solidFill>
              </a:rPr>
              <a:t>Database</a:t>
            </a:r>
            <a:r>
              <a:rPr lang="en-US" dirty="0">
                <a:solidFill>
                  <a:schemeClr val="tx1"/>
                </a:solidFill>
              </a:rPr>
              <a:t> is</a:t>
            </a:r>
          </a:p>
          <a:p>
            <a:pPr lvl="1" eaLnBrk="1" hangingPunct="1"/>
            <a:r>
              <a:rPr lang="en-US" dirty="0"/>
              <a:t>A large, integrated collection of data</a:t>
            </a:r>
          </a:p>
          <a:p>
            <a:pPr lvl="1" eaLnBrk="1" hangingPunct="1"/>
            <a:r>
              <a:rPr lang="en-US" dirty="0"/>
              <a:t>Models (represents) a real-world enterprise.</a:t>
            </a:r>
          </a:p>
          <a:p>
            <a:pPr lvl="1" eaLnBrk="1" hangingPunct="1">
              <a:buFontTx/>
              <a:buNone/>
            </a:pPr>
            <a:r>
              <a:rPr lang="en-US" sz="3200" dirty="0"/>
              <a:t>		</a:t>
            </a:r>
            <a:r>
              <a:rPr lang="en-US" dirty="0"/>
              <a:t>Entities (e.g., students, courses)</a:t>
            </a:r>
          </a:p>
          <a:p>
            <a:pPr lvl="1" eaLnBrk="1" hangingPunct="1">
              <a:buFontTx/>
              <a:buNone/>
            </a:pPr>
            <a:r>
              <a:rPr lang="en-US" dirty="0"/>
              <a:t>		Relationships (e.g., Mary takes CS123)</a:t>
            </a:r>
          </a:p>
          <a:p>
            <a:pPr eaLnBrk="1" hangingPunct="1"/>
            <a:r>
              <a:rPr lang="en-US" dirty="0">
                <a:solidFill>
                  <a:schemeClr val="tx1"/>
                </a:solidFill>
              </a:rPr>
              <a:t>A </a:t>
            </a:r>
            <a:r>
              <a:rPr lang="en-US" b="1" dirty="0">
                <a:solidFill>
                  <a:schemeClr val="tx1"/>
                </a:solidFill>
              </a:rPr>
              <a:t>Database Management System</a:t>
            </a:r>
            <a:r>
              <a:rPr lang="en-US" dirty="0">
                <a:solidFill>
                  <a:schemeClr val="tx1"/>
                </a:solidFill>
              </a:rPr>
              <a:t> </a:t>
            </a:r>
            <a:r>
              <a:rPr lang="en-US" b="1" dirty="0">
                <a:solidFill>
                  <a:schemeClr val="tx1"/>
                </a:solidFill>
              </a:rPr>
              <a:t>(DBMS) </a:t>
            </a:r>
            <a:r>
              <a:rPr lang="en-US" dirty="0">
                <a:solidFill>
                  <a:schemeClr val="tx1"/>
                </a:solidFill>
              </a:rPr>
              <a:t>is</a:t>
            </a:r>
          </a:p>
          <a:p>
            <a:pPr lvl="1" eaLnBrk="1" hangingPunct="1"/>
            <a:r>
              <a:rPr lang="en-US" dirty="0"/>
              <a:t>A software package designed to store and</a:t>
            </a:r>
          </a:p>
          <a:p>
            <a:pPr lvl="1" eaLnBrk="1" hangingPunct="1"/>
            <a:r>
              <a:rPr lang="en-US" dirty="0"/>
              <a:t>Manages databases easily and efficiently.</a:t>
            </a:r>
          </a:p>
          <a:p>
            <a:pPr eaLnBrk="1" hangingPunct="1"/>
            <a:endParaRPr lang="en-US" dirty="0"/>
          </a:p>
        </p:txBody>
      </p:sp>
      <p:pic>
        <p:nvPicPr>
          <p:cNvPr id="34820" name="Picture 4" descr="http://thumbs.dreamstime.com/z/database-gear-white-background-optimization-configuration-concept-metal-cogwheel-33077833.jpg"/>
          <p:cNvPicPr>
            <a:picLocks noChangeAspect="1" noChangeArrowheads="1"/>
          </p:cNvPicPr>
          <p:nvPr/>
        </p:nvPicPr>
        <p:blipFill>
          <a:blip r:embed="rId2" cstate="print"/>
          <a:srcRect l="1085" b="11124"/>
          <a:stretch>
            <a:fillRect/>
          </a:stretch>
        </p:blipFill>
        <p:spPr bwMode="auto">
          <a:xfrm>
            <a:off x="1752600" y="533401"/>
            <a:ext cx="1035207" cy="762000"/>
          </a:xfrm>
          <a:prstGeom prst="rect">
            <a:avLst/>
          </a:prstGeom>
          <a:noFill/>
        </p:spPr>
      </p:pic>
      <p:sp>
        <p:nvSpPr>
          <p:cNvPr id="7" name="Slide Number Placeholder 6"/>
          <p:cNvSpPr>
            <a:spLocks noGrp="1"/>
          </p:cNvSpPr>
          <p:nvPr>
            <p:ph type="sldNum" sz="quarter" idx="12"/>
          </p:nvPr>
        </p:nvSpPr>
        <p:spPr/>
        <p:txBody>
          <a:bodyPr/>
          <a:lstStyle/>
          <a:p>
            <a:fld id="{DA7DF29F-8EBD-4955-8135-77E3F3B8D1FA}" type="slidenum">
              <a:rPr lang="en-US" smtClean="0"/>
              <a:t>17</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28675">
                                            <p:txEl>
                                              <p:pRg st="1" end="1"/>
                                            </p:txEl>
                                          </p:spTgt>
                                        </p:tgtEl>
                                        <p:attrNameLst>
                                          <p:attrName>style.visibility</p:attrName>
                                        </p:attrNameLst>
                                      </p:cBhvr>
                                      <p:to>
                                        <p:strVal val="visible"/>
                                      </p:to>
                                    </p:set>
                                    <p:animEffect transition="in" filter="box(in)">
                                      <p:cBhvr>
                                        <p:cTn id="7" dur="500"/>
                                        <p:tgtEl>
                                          <p:spTgt spid="28675">
                                            <p:txEl>
                                              <p:pRg st="1" end="1"/>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28675">
                                            <p:txEl>
                                              <p:pRg st="2" end="2"/>
                                            </p:txEl>
                                          </p:spTgt>
                                        </p:tgtEl>
                                        <p:attrNameLst>
                                          <p:attrName>style.visibility</p:attrName>
                                        </p:attrNameLst>
                                      </p:cBhvr>
                                      <p:to>
                                        <p:strVal val="visible"/>
                                      </p:to>
                                    </p:set>
                                    <p:animEffect transition="in" filter="box(in)">
                                      <p:cBhvr>
                                        <p:cTn id="10" dur="500"/>
                                        <p:tgtEl>
                                          <p:spTgt spid="28675">
                                            <p:txEl>
                                              <p:pRg st="2" end="2"/>
                                            </p:txEl>
                                          </p:spTgt>
                                        </p:tgtEl>
                                      </p:cBhvr>
                                    </p:animEffect>
                                  </p:childTnLst>
                                </p:cTn>
                              </p:par>
                              <p:par>
                                <p:cTn id="11" presetID="4" presetClass="entr" presetSubtype="16" fill="hold" nodeType="withEffect">
                                  <p:stCondLst>
                                    <p:cond delay="0"/>
                                  </p:stCondLst>
                                  <p:childTnLst>
                                    <p:set>
                                      <p:cBhvr>
                                        <p:cTn id="12" dur="1" fill="hold">
                                          <p:stCondLst>
                                            <p:cond delay="0"/>
                                          </p:stCondLst>
                                        </p:cTn>
                                        <p:tgtEl>
                                          <p:spTgt spid="28675">
                                            <p:txEl>
                                              <p:pRg st="3" end="3"/>
                                            </p:txEl>
                                          </p:spTgt>
                                        </p:tgtEl>
                                        <p:attrNameLst>
                                          <p:attrName>style.visibility</p:attrName>
                                        </p:attrNameLst>
                                      </p:cBhvr>
                                      <p:to>
                                        <p:strVal val="visible"/>
                                      </p:to>
                                    </p:set>
                                    <p:animEffect transition="in" filter="box(in)">
                                      <p:cBhvr>
                                        <p:cTn id="13" dur="500"/>
                                        <p:tgtEl>
                                          <p:spTgt spid="28675">
                                            <p:txEl>
                                              <p:pRg st="3" end="3"/>
                                            </p:txEl>
                                          </p:spTgt>
                                        </p:tgtEl>
                                      </p:cBhvr>
                                    </p:animEffect>
                                  </p:childTnLst>
                                </p:cTn>
                              </p:par>
                              <p:par>
                                <p:cTn id="14" presetID="4" presetClass="entr" presetSubtype="16" fill="hold" nodeType="withEffect">
                                  <p:stCondLst>
                                    <p:cond delay="0"/>
                                  </p:stCondLst>
                                  <p:childTnLst>
                                    <p:set>
                                      <p:cBhvr>
                                        <p:cTn id="15" dur="1" fill="hold">
                                          <p:stCondLst>
                                            <p:cond delay="0"/>
                                          </p:stCondLst>
                                        </p:cTn>
                                        <p:tgtEl>
                                          <p:spTgt spid="28675">
                                            <p:txEl>
                                              <p:pRg st="4" end="4"/>
                                            </p:txEl>
                                          </p:spTgt>
                                        </p:tgtEl>
                                        <p:attrNameLst>
                                          <p:attrName>style.visibility</p:attrName>
                                        </p:attrNameLst>
                                      </p:cBhvr>
                                      <p:to>
                                        <p:strVal val="visible"/>
                                      </p:to>
                                    </p:set>
                                    <p:animEffect transition="in" filter="box(in)">
                                      <p:cBhvr>
                                        <p:cTn id="16" dur="500"/>
                                        <p:tgtEl>
                                          <p:spTgt spid="28675">
                                            <p:txEl>
                                              <p:pRg st="4" end="4"/>
                                            </p:txEl>
                                          </p:spTgt>
                                        </p:tgtEl>
                                      </p:cBhvr>
                                    </p:animEffect>
                                  </p:childTnLst>
                                </p:cTn>
                              </p:par>
                              <p:par>
                                <p:cTn id="17" presetID="4" presetClass="entr" presetSubtype="16" fill="hold" nodeType="withEffect">
                                  <p:stCondLst>
                                    <p:cond delay="0"/>
                                  </p:stCondLst>
                                  <p:childTnLst>
                                    <p:set>
                                      <p:cBhvr>
                                        <p:cTn id="18" dur="1" fill="hold">
                                          <p:stCondLst>
                                            <p:cond delay="0"/>
                                          </p:stCondLst>
                                        </p:cTn>
                                        <p:tgtEl>
                                          <p:spTgt spid="28675">
                                            <p:txEl>
                                              <p:pRg st="5" end="5"/>
                                            </p:txEl>
                                          </p:spTgt>
                                        </p:tgtEl>
                                        <p:attrNameLst>
                                          <p:attrName>style.visibility</p:attrName>
                                        </p:attrNameLst>
                                      </p:cBhvr>
                                      <p:to>
                                        <p:strVal val="visible"/>
                                      </p:to>
                                    </p:set>
                                    <p:animEffect transition="in" filter="box(in)">
                                      <p:cBhvr>
                                        <p:cTn id="19" dur="500"/>
                                        <p:tgtEl>
                                          <p:spTgt spid="28675">
                                            <p:txEl>
                                              <p:pRg st="5" end="5"/>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4" presetClass="entr" presetSubtype="16" fill="hold" nodeType="clickEffect">
                                  <p:stCondLst>
                                    <p:cond delay="0"/>
                                  </p:stCondLst>
                                  <p:childTnLst>
                                    <p:set>
                                      <p:cBhvr>
                                        <p:cTn id="23" dur="1" fill="hold">
                                          <p:stCondLst>
                                            <p:cond delay="0"/>
                                          </p:stCondLst>
                                        </p:cTn>
                                        <p:tgtEl>
                                          <p:spTgt spid="28675">
                                            <p:txEl>
                                              <p:pRg st="6" end="6"/>
                                            </p:txEl>
                                          </p:spTgt>
                                        </p:tgtEl>
                                        <p:attrNameLst>
                                          <p:attrName>style.visibility</p:attrName>
                                        </p:attrNameLst>
                                      </p:cBhvr>
                                      <p:to>
                                        <p:strVal val="visible"/>
                                      </p:to>
                                    </p:set>
                                    <p:animEffect transition="in" filter="box(in)">
                                      <p:cBhvr>
                                        <p:cTn id="24" dur="500"/>
                                        <p:tgtEl>
                                          <p:spTgt spid="28675">
                                            <p:txEl>
                                              <p:pRg st="6" end="6"/>
                                            </p:txEl>
                                          </p:spTgt>
                                        </p:tgtEl>
                                      </p:cBhvr>
                                    </p:animEffect>
                                  </p:childTnLst>
                                </p:cTn>
                              </p:par>
                              <p:par>
                                <p:cTn id="25" presetID="4" presetClass="entr" presetSubtype="16" fill="hold" nodeType="withEffect">
                                  <p:stCondLst>
                                    <p:cond delay="0"/>
                                  </p:stCondLst>
                                  <p:childTnLst>
                                    <p:set>
                                      <p:cBhvr>
                                        <p:cTn id="26" dur="1" fill="hold">
                                          <p:stCondLst>
                                            <p:cond delay="0"/>
                                          </p:stCondLst>
                                        </p:cTn>
                                        <p:tgtEl>
                                          <p:spTgt spid="28675">
                                            <p:txEl>
                                              <p:pRg st="7" end="7"/>
                                            </p:txEl>
                                          </p:spTgt>
                                        </p:tgtEl>
                                        <p:attrNameLst>
                                          <p:attrName>style.visibility</p:attrName>
                                        </p:attrNameLst>
                                      </p:cBhvr>
                                      <p:to>
                                        <p:strVal val="visible"/>
                                      </p:to>
                                    </p:set>
                                    <p:animEffect transition="in" filter="box(in)">
                                      <p:cBhvr>
                                        <p:cTn id="27" dur="500"/>
                                        <p:tgtEl>
                                          <p:spTgt spid="28675">
                                            <p:txEl>
                                              <p:pRg st="7" end="7"/>
                                            </p:txEl>
                                          </p:spTgt>
                                        </p:tgtEl>
                                      </p:cBhvr>
                                    </p:animEffect>
                                  </p:childTnLst>
                                </p:cTn>
                              </p:par>
                              <p:par>
                                <p:cTn id="28" presetID="4" presetClass="entr" presetSubtype="16" fill="hold" nodeType="withEffect">
                                  <p:stCondLst>
                                    <p:cond delay="0"/>
                                  </p:stCondLst>
                                  <p:childTnLst>
                                    <p:set>
                                      <p:cBhvr>
                                        <p:cTn id="29" dur="1" fill="hold">
                                          <p:stCondLst>
                                            <p:cond delay="0"/>
                                          </p:stCondLst>
                                        </p:cTn>
                                        <p:tgtEl>
                                          <p:spTgt spid="28675">
                                            <p:txEl>
                                              <p:pRg st="8" end="8"/>
                                            </p:txEl>
                                          </p:spTgt>
                                        </p:tgtEl>
                                        <p:attrNameLst>
                                          <p:attrName>style.visibility</p:attrName>
                                        </p:attrNameLst>
                                      </p:cBhvr>
                                      <p:to>
                                        <p:strVal val="visible"/>
                                      </p:to>
                                    </p:set>
                                    <p:animEffect transition="in" filter="box(in)">
                                      <p:cBhvr>
                                        <p:cTn id="30" dur="500"/>
                                        <p:tgtEl>
                                          <p:spTgt spid="2867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p:cNvSpPr>
            <a:spLocks noGrp="1" noChangeArrowheads="1"/>
          </p:cNvSpPr>
          <p:nvPr>
            <p:ph type="title"/>
          </p:nvPr>
        </p:nvSpPr>
        <p:spPr/>
        <p:txBody>
          <a:bodyPr/>
          <a:lstStyle/>
          <a:p>
            <a:r>
              <a:rPr lang="en-US" dirty="0"/>
              <a:t>History of Database Systems</a:t>
            </a:r>
          </a:p>
        </p:txBody>
      </p:sp>
      <p:sp>
        <p:nvSpPr>
          <p:cNvPr id="113667" name="Rectangle 3"/>
          <p:cNvSpPr>
            <a:spLocks noGrp="1" noChangeArrowheads="1"/>
          </p:cNvSpPr>
          <p:nvPr>
            <p:ph idx="1"/>
          </p:nvPr>
        </p:nvSpPr>
        <p:spPr/>
        <p:txBody>
          <a:bodyPr>
            <a:normAutofit fontScale="92500" lnSpcReduction="10000"/>
          </a:bodyPr>
          <a:lstStyle/>
          <a:p>
            <a:r>
              <a:rPr lang="en-US" dirty="0"/>
              <a:t>1950s and early 1960s:</a:t>
            </a:r>
          </a:p>
          <a:p>
            <a:pPr lvl="1"/>
            <a:r>
              <a:rPr lang="en-US" dirty="0"/>
              <a:t>Data processing using magnetic tapes for storage</a:t>
            </a:r>
          </a:p>
          <a:p>
            <a:pPr lvl="2"/>
            <a:r>
              <a:rPr lang="en-US" dirty="0"/>
              <a:t>Tapes provide only sequential access</a:t>
            </a:r>
          </a:p>
          <a:p>
            <a:pPr lvl="1"/>
            <a:r>
              <a:rPr lang="en-US" dirty="0"/>
              <a:t>Punched cards for input</a:t>
            </a:r>
          </a:p>
          <a:p>
            <a:r>
              <a:rPr lang="en-US" dirty="0"/>
              <a:t>Late 1960s and 1970s:</a:t>
            </a:r>
          </a:p>
          <a:p>
            <a:pPr lvl="1"/>
            <a:r>
              <a:rPr lang="en-US" dirty="0"/>
              <a:t>Hard disks allow direct access to data</a:t>
            </a:r>
          </a:p>
          <a:p>
            <a:pPr lvl="1"/>
            <a:r>
              <a:rPr lang="en-US" dirty="0"/>
              <a:t>Network and hierarchical data models in widespread use</a:t>
            </a:r>
          </a:p>
          <a:p>
            <a:pPr lvl="1"/>
            <a:r>
              <a:rPr lang="en-US" dirty="0"/>
              <a:t>Ted </a:t>
            </a:r>
            <a:r>
              <a:rPr lang="en-US" dirty="0" err="1"/>
              <a:t>Codd</a:t>
            </a:r>
            <a:r>
              <a:rPr lang="en-US" dirty="0"/>
              <a:t> defines the relational data model</a:t>
            </a:r>
          </a:p>
          <a:p>
            <a:pPr lvl="2"/>
            <a:r>
              <a:rPr lang="en-US" dirty="0"/>
              <a:t>Would win the ACM Turing Award for this work</a:t>
            </a:r>
          </a:p>
          <a:p>
            <a:pPr lvl="2"/>
            <a:r>
              <a:rPr lang="en-US" dirty="0"/>
              <a:t>IBM Research begins System R prototype</a:t>
            </a:r>
          </a:p>
          <a:p>
            <a:pPr lvl="2"/>
            <a:r>
              <a:rPr lang="en-US" dirty="0"/>
              <a:t>UC Berkeley begins Ingres prototype</a:t>
            </a:r>
          </a:p>
          <a:p>
            <a:pPr lvl="1"/>
            <a:r>
              <a:rPr lang="en-US" dirty="0"/>
              <a:t>High-performance (for the era) transaction processing</a:t>
            </a:r>
          </a:p>
          <a:p>
            <a:pPr>
              <a:buFont typeface="Monotype Sorts" pitchFamily="2" charset="2"/>
              <a:buNone/>
            </a:pPr>
            <a:endParaRPr lang="en-US" dirty="0"/>
          </a:p>
        </p:txBody>
      </p:sp>
      <p:sp>
        <p:nvSpPr>
          <p:cNvPr id="4" name="Slide Number Placeholder 3"/>
          <p:cNvSpPr>
            <a:spLocks noGrp="1"/>
          </p:cNvSpPr>
          <p:nvPr>
            <p:ph type="sldNum" sz="quarter" idx="12"/>
          </p:nvPr>
        </p:nvSpPr>
        <p:spPr/>
        <p:txBody>
          <a:bodyPr/>
          <a:lstStyle/>
          <a:p>
            <a:fld id="{DA7DF29F-8EBD-4955-8135-77E3F3B8D1FA}" type="slidenum">
              <a:rPr lang="en-US" smtClean="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p:cNvSpPr>
            <a:spLocks noGrp="1" noChangeArrowheads="1"/>
          </p:cNvSpPr>
          <p:nvPr>
            <p:ph type="title"/>
          </p:nvPr>
        </p:nvSpPr>
        <p:spPr/>
        <p:txBody>
          <a:bodyPr/>
          <a:lstStyle/>
          <a:p>
            <a:r>
              <a:rPr lang="en-US"/>
              <a:t>History (cont.)</a:t>
            </a:r>
          </a:p>
        </p:txBody>
      </p:sp>
      <p:sp>
        <p:nvSpPr>
          <p:cNvPr id="114691" name="Rectangle 3"/>
          <p:cNvSpPr>
            <a:spLocks noGrp="1" noChangeArrowheads="1"/>
          </p:cNvSpPr>
          <p:nvPr>
            <p:ph idx="1"/>
          </p:nvPr>
        </p:nvSpPr>
        <p:spPr/>
        <p:txBody>
          <a:bodyPr>
            <a:normAutofit fontScale="85000" lnSpcReduction="20000"/>
          </a:bodyPr>
          <a:lstStyle/>
          <a:p>
            <a:pPr>
              <a:lnSpc>
                <a:spcPct val="90000"/>
              </a:lnSpc>
            </a:pPr>
            <a:r>
              <a:rPr lang="en-US" dirty="0"/>
              <a:t>1980s:</a:t>
            </a:r>
          </a:p>
          <a:p>
            <a:pPr lvl="1">
              <a:lnSpc>
                <a:spcPct val="90000"/>
              </a:lnSpc>
            </a:pPr>
            <a:r>
              <a:rPr lang="en-US" dirty="0"/>
              <a:t>Research relational prototypes evolve into commercial systems</a:t>
            </a:r>
          </a:p>
          <a:p>
            <a:pPr lvl="2">
              <a:lnSpc>
                <a:spcPct val="90000"/>
              </a:lnSpc>
            </a:pPr>
            <a:r>
              <a:rPr lang="en-US" dirty="0"/>
              <a:t>SQL becomes industry standard</a:t>
            </a:r>
          </a:p>
          <a:p>
            <a:pPr lvl="1">
              <a:lnSpc>
                <a:spcPct val="90000"/>
              </a:lnSpc>
            </a:pPr>
            <a:r>
              <a:rPr lang="en-US" dirty="0"/>
              <a:t>Parallel and distributed database systems</a:t>
            </a:r>
          </a:p>
          <a:p>
            <a:pPr lvl="1">
              <a:lnSpc>
                <a:spcPct val="90000"/>
              </a:lnSpc>
            </a:pPr>
            <a:r>
              <a:rPr lang="en-US" dirty="0"/>
              <a:t>Object-oriented database systems</a:t>
            </a:r>
          </a:p>
          <a:p>
            <a:pPr>
              <a:lnSpc>
                <a:spcPct val="90000"/>
              </a:lnSpc>
            </a:pPr>
            <a:r>
              <a:rPr lang="en-US" dirty="0"/>
              <a:t>1990s:</a:t>
            </a:r>
          </a:p>
          <a:p>
            <a:pPr lvl="1">
              <a:lnSpc>
                <a:spcPct val="90000"/>
              </a:lnSpc>
            </a:pPr>
            <a:r>
              <a:rPr lang="en-US" dirty="0"/>
              <a:t>Large decision support and data-mining applications</a:t>
            </a:r>
          </a:p>
          <a:p>
            <a:pPr lvl="1">
              <a:lnSpc>
                <a:spcPct val="90000"/>
              </a:lnSpc>
            </a:pPr>
            <a:r>
              <a:rPr lang="en-US" dirty="0"/>
              <a:t>Large multi-terabyte data warehouses</a:t>
            </a:r>
          </a:p>
          <a:p>
            <a:pPr lvl="1">
              <a:lnSpc>
                <a:spcPct val="90000"/>
              </a:lnSpc>
            </a:pPr>
            <a:r>
              <a:rPr lang="en-US" dirty="0"/>
              <a:t>Emergence of Web commerce</a:t>
            </a:r>
          </a:p>
          <a:p>
            <a:pPr>
              <a:lnSpc>
                <a:spcPct val="90000"/>
              </a:lnSpc>
            </a:pPr>
            <a:r>
              <a:rPr lang="en-US" dirty="0"/>
              <a:t>2000s:</a:t>
            </a:r>
          </a:p>
          <a:p>
            <a:pPr lvl="1">
              <a:lnSpc>
                <a:spcPct val="90000"/>
              </a:lnSpc>
            </a:pPr>
            <a:r>
              <a:rPr lang="en-US" dirty="0"/>
              <a:t>XML and </a:t>
            </a:r>
            <a:r>
              <a:rPr lang="en-US" dirty="0" err="1"/>
              <a:t>XQuery</a:t>
            </a:r>
            <a:r>
              <a:rPr lang="en-US" dirty="0"/>
              <a:t> standards</a:t>
            </a:r>
          </a:p>
          <a:p>
            <a:pPr lvl="1">
              <a:lnSpc>
                <a:spcPct val="90000"/>
              </a:lnSpc>
            </a:pPr>
            <a:r>
              <a:rPr lang="en-US" dirty="0"/>
              <a:t>Automated database administration</a:t>
            </a:r>
          </a:p>
          <a:p>
            <a:pPr lvl="1">
              <a:lnSpc>
                <a:spcPct val="90000"/>
              </a:lnSpc>
            </a:pPr>
            <a:r>
              <a:rPr lang="en-US" dirty="0"/>
              <a:t>Increasing use of highly parallel database systems</a:t>
            </a:r>
          </a:p>
          <a:p>
            <a:pPr lvl="1">
              <a:lnSpc>
                <a:spcPct val="90000"/>
              </a:lnSpc>
            </a:pPr>
            <a:r>
              <a:rPr lang="en-US" dirty="0"/>
              <a:t>Web-scale distributed data storage systems</a:t>
            </a:r>
          </a:p>
        </p:txBody>
      </p:sp>
      <p:sp>
        <p:nvSpPr>
          <p:cNvPr id="4" name="Slide Number Placeholder 3"/>
          <p:cNvSpPr>
            <a:spLocks noGrp="1"/>
          </p:cNvSpPr>
          <p:nvPr>
            <p:ph type="sldNum" sz="quarter" idx="12"/>
          </p:nvPr>
        </p:nvSpPr>
        <p:spPr/>
        <p:txBody>
          <a:bodyPr/>
          <a:lstStyle/>
          <a:p>
            <a:fld id="{DA7DF29F-8EBD-4955-8135-77E3F3B8D1FA}" type="slidenum">
              <a:rPr lang="en-US" smtClean="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3"/>
          <p:cNvSpPr>
            <a:spLocks noGrp="1" noChangeArrowheads="1"/>
          </p:cNvSpPr>
          <p:nvPr>
            <p:ph type="title"/>
          </p:nvPr>
        </p:nvSpPr>
        <p:spPr>
          <a:xfrm>
            <a:off x="3200400" y="361950"/>
            <a:ext cx="6553200" cy="704850"/>
          </a:xfrm>
        </p:spPr>
        <p:txBody>
          <a:bodyPr/>
          <a:lstStyle/>
          <a:p>
            <a:pPr eaLnBrk="1" hangingPunct="1"/>
            <a:r>
              <a:rPr lang="en-GB" sz="3600" b="1" dirty="0"/>
              <a:t>Common Uses of Databases</a:t>
            </a:r>
          </a:p>
        </p:txBody>
      </p:sp>
      <p:sp>
        <p:nvSpPr>
          <p:cNvPr id="32770" name="Rectangle 2"/>
          <p:cNvSpPr>
            <a:spLocks noGrp="1" noChangeArrowheads="1"/>
          </p:cNvSpPr>
          <p:nvPr>
            <p:ph idx="1"/>
          </p:nvPr>
        </p:nvSpPr>
        <p:spPr>
          <a:noFill/>
        </p:spPr>
        <p:txBody>
          <a:bodyPr vert="horz" lIns="90488" tIns="44450" rIns="90488" bIns="44450" rtlCol="0">
            <a:normAutofit/>
          </a:bodyPr>
          <a:lstStyle/>
          <a:p>
            <a:pPr eaLnBrk="1" hangingPunct="1"/>
            <a:r>
              <a:rPr lang="en-GB" sz="3000" dirty="0">
                <a:solidFill>
                  <a:srgbClr val="FFC000"/>
                </a:solidFill>
              </a:rPr>
              <a:t>Try to think why each of these need to use a database:</a:t>
            </a:r>
          </a:p>
          <a:p>
            <a:pPr lvl="1" eaLnBrk="1" hangingPunct="1"/>
            <a:r>
              <a:rPr lang="en-GB" sz="3000" dirty="0">
                <a:solidFill>
                  <a:srgbClr val="FFC000"/>
                </a:solidFill>
              </a:rPr>
              <a:t>Supermarkets</a:t>
            </a:r>
          </a:p>
          <a:p>
            <a:pPr lvl="1" eaLnBrk="1" hangingPunct="1"/>
            <a:r>
              <a:rPr lang="en-GB" sz="3000" dirty="0">
                <a:solidFill>
                  <a:srgbClr val="FFC000"/>
                </a:solidFill>
              </a:rPr>
              <a:t>Insurance</a:t>
            </a:r>
          </a:p>
          <a:p>
            <a:pPr lvl="1" eaLnBrk="1" hangingPunct="1"/>
            <a:r>
              <a:rPr lang="en-GB" sz="3000" dirty="0">
                <a:solidFill>
                  <a:srgbClr val="FFC000"/>
                </a:solidFill>
              </a:rPr>
              <a:t>Credit Cards/Banking</a:t>
            </a:r>
          </a:p>
          <a:p>
            <a:pPr lvl="1" eaLnBrk="1" hangingPunct="1"/>
            <a:r>
              <a:rPr lang="en-GB" sz="3000" dirty="0">
                <a:solidFill>
                  <a:srgbClr val="FFC000"/>
                </a:solidFill>
              </a:rPr>
              <a:t>Libraries</a:t>
            </a:r>
          </a:p>
          <a:p>
            <a:pPr lvl="1" eaLnBrk="1" hangingPunct="1"/>
            <a:r>
              <a:rPr lang="en-GB" sz="3000" dirty="0">
                <a:solidFill>
                  <a:srgbClr val="FFC000"/>
                </a:solidFill>
              </a:rPr>
              <a:t>Travel Agents</a:t>
            </a:r>
          </a:p>
          <a:p>
            <a:pPr lvl="1" eaLnBrk="1" hangingPunct="1"/>
            <a:r>
              <a:rPr lang="en-GB" sz="3000" dirty="0">
                <a:solidFill>
                  <a:srgbClr val="FFC000"/>
                </a:solidFill>
              </a:rPr>
              <a:t>Universities</a:t>
            </a:r>
          </a:p>
        </p:txBody>
      </p:sp>
      <p:pic>
        <p:nvPicPr>
          <p:cNvPr id="33796" name="Picture 4" descr="http://www.ikaepos.com/news/Expa%20Supermarket%20till.jpg"/>
          <p:cNvPicPr>
            <a:picLocks noChangeAspect="1" noChangeArrowheads="1"/>
          </p:cNvPicPr>
          <p:nvPr/>
        </p:nvPicPr>
        <p:blipFill>
          <a:blip r:embed="rId3"/>
          <a:srcRect/>
          <a:stretch>
            <a:fillRect/>
          </a:stretch>
        </p:blipFill>
        <p:spPr bwMode="auto">
          <a:xfrm>
            <a:off x="7736305" y="2819400"/>
            <a:ext cx="2048234" cy="1362076"/>
          </a:xfrm>
          <a:prstGeom prst="rect">
            <a:avLst/>
          </a:prstGeom>
          <a:noFill/>
        </p:spPr>
      </p:pic>
      <p:pic>
        <p:nvPicPr>
          <p:cNvPr id="33798" name="Picture 6" descr="http://mchsangli.bharatividyapeeth.edu/SiteData/Gallery/Campuses/Sangli/Sangli%20Medical%20College/Book%20Issue%20Counter.jpg"/>
          <p:cNvPicPr>
            <a:picLocks noChangeAspect="1" noChangeArrowheads="1"/>
          </p:cNvPicPr>
          <p:nvPr/>
        </p:nvPicPr>
        <p:blipFill>
          <a:blip r:embed="rId4" cstate="print"/>
          <a:srcRect/>
          <a:stretch>
            <a:fillRect/>
          </a:stretch>
        </p:blipFill>
        <p:spPr bwMode="auto">
          <a:xfrm>
            <a:off x="7086600" y="4343400"/>
            <a:ext cx="2624482" cy="1509078"/>
          </a:xfrm>
          <a:prstGeom prst="rect">
            <a:avLst/>
          </a:prstGeom>
          <a:noFill/>
        </p:spPr>
      </p:pic>
      <p:sp>
        <p:nvSpPr>
          <p:cNvPr id="6" name="Slide Number Placeholder 5"/>
          <p:cNvSpPr>
            <a:spLocks noGrp="1"/>
          </p:cNvSpPr>
          <p:nvPr>
            <p:ph type="sldNum" sz="quarter" idx="12"/>
          </p:nvPr>
        </p:nvSpPr>
        <p:spPr/>
        <p:txBody>
          <a:bodyPr/>
          <a:lstStyle/>
          <a:p>
            <a:fld id="{DA7DF29F-8EBD-4955-8135-77E3F3B8D1FA}" type="slidenum">
              <a:rPr lang="en-US" smtClean="0"/>
              <a:t>20</a:t>
            </a:fld>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32770">
                                            <p:txEl>
                                              <p:pRg st="1" end="1"/>
                                            </p:txEl>
                                          </p:spTgt>
                                        </p:tgtEl>
                                        <p:attrNameLst>
                                          <p:attrName>style.visibility</p:attrName>
                                        </p:attrNameLst>
                                      </p:cBhvr>
                                      <p:to>
                                        <p:strVal val="visible"/>
                                      </p:to>
                                    </p:set>
                                    <p:anim calcmode="lin" valueType="num">
                                      <p:cBhvr>
                                        <p:cTn id="7" dur="500" fill="hold"/>
                                        <p:tgtEl>
                                          <p:spTgt spid="32770">
                                            <p:txEl>
                                              <p:pRg st="1" end="1"/>
                                            </p:txEl>
                                          </p:spTgt>
                                        </p:tgtEl>
                                        <p:attrNameLst>
                                          <p:attrName>ppt_w</p:attrName>
                                        </p:attrNameLst>
                                      </p:cBhvr>
                                      <p:tavLst>
                                        <p:tav tm="0">
                                          <p:val>
                                            <p:fltVal val="0"/>
                                          </p:val>
                                        </p:tav>
                                        <p:tav tm="100000">
                                          <p:val>
                                            <p:strVal val="#ppt_w"/>
                                          </p:val>
                                        </p:tav>
                                      </p:tavLst>
                                    </p:anim>
                                    <p:anim calcmode="lin" valueType="num">
                                      <p:cBhvr>
                                        <p:cTn id="8" dur="500" fill="hold"/>
                                        <p:tgtEl>
                                          <p:spTgt spid="32770">
                                            <p:txEl>
                                              <p:pRg st="1" end="1"/>
                                            </p:txEl>
                                          </p:spTgt>
                                        </p:tgtEl>
                                        <p:attrNameLst>
                                          <p:attrName>ppt_h</p:attrName>
                                        </p:attrNameLst>
                                      </p:cBhvr>
                                      <p:tavLst>
                                        <p:tav tm="0">
                                          <p:val>
                                            <p:fltVal val="0"/>
                                          </p:val>
                                        </p:tav>
                                        <p:tav tm="100000">
                                          <p:val>
                                            <p:strVal val="#ppt_h"/>
                                          </p:val>
                                        </p:tav>
                                      </p:tavLst>
                                    </p:anim>
                                    <p:animEffect transition="in" filter="fade">
                                      <p:cBhvr>
                                        <p:cTn id="9" dur="500"/>
                                        <p:tgtEl>
                                          <p:spTgt spid="32770">
                                            <p:txEl>
                                              <p:pRg st="1" end="1"/>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32770">
                                            <p:txEl>
                                              <p:pRg st="2" end="2"/>
                                            </p:txEl>
                                          </p:spTgt>
                                        </p:tgtEl>
                                        <p:attrNameLst>
                                          <p:attrName>style.visibility</p:attrName>
                                        </p:attrNameLst>
                                      </p:cBhvr>
                                      <p:to>
                                        <p:strVal val="visible"/>
                                      </p:to>
                                    </p:set>
                                    <p:anim calcmode="lin" valueType="num">
                                      <p:cBhvr>
                                        <p:cTn id="14" dur="500" fill="hold"/>
                                        <p:tgtEl>
                                          <p:spTgt spid="32770">
                                            <p:txEl>
                                              <p:pRg st="2" end="2"/>
                                            </p:txEl>
                                          </p:spTgt>
                                        </p:tgtEl>
                                        <p:attrNameLst>
                                          <p:attrName>ppt_w</p:attrName>
                                        </p:attrNameLst>
                                      </p:cBhvr>
                                      <p:tavLst>
                                        <p:tav tm="0">
                                          <p:val>
                                            <p:fltVal val="0"/>
                                          </p:val>
                                        </p:tav>
                                        <p:tav tm="100000">
                                          <p:val>
                                            <p:strVal val="#ppt_w"/>
                                          </p:val>
                                        </p:tav>
                                      </p:tavLst>
                                    </p:anim>
                                    <p:anim calcmode="lin" valueType="num">
                                      <p:cBhvr>
                                        <p:cTn id="15" dur="500" fill="hold"/>
                                        <p:tgtEl>
                                          <p:spTgt spid="32770">
                                            <p:txEl>
                                              <p:pRg st="2" end="2"/>
                                            </p:txEl>
                                          </p:spTgt>
                                        </p:tgtEl>
                                        <p:attrNameLst>
                                          <p:attrName>ppt_h</p:attrName>
                                        </p:attrNameLst>
                                      </p:cBhvr>
                                      <p:tavLst>
                                        <p:tav tm="0">
                                          <p:val>
                                            <p:fltVal val="0"/>
                                          </p:val>
                                        </p:tav>
                                        <p:tav tm="100000">
                                          <p:val>
                                            <p:strVal val="#ppt_h"/>
                                          </p:val>
                                        </p:tav>
                                      </p:tavLst>
                                    </p:anim>
                                    <p:animEffect transition="in" filter="fade">
                                      <p:cBhvr>
                                        <p:cTn id="16" dur="500"/>
                                        <p:tgtEl>
                                          <p:spTgt spid="32770">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32770">
                                            <p:txEl>
                                              <p:pRg st="3" end="3"/>
                                            </p:txEl>
                                          </p:spTgt>
                                        </p:tgtEl>
                                        <p:attrNameLst>
                                          <p:attrName>style.visibility</p:attrName>
                                        </p:attrNameLst>
                                      </p:cBhvr>
                                      <p:to>
                                        <p:strVal val="visible"/>
                                      </p:to>
                                    </p:set>
                                    <p:anim calcmode="lin" valueType="num">
                                      <p:cBhvr>
                                        <p:cTn id="21" dur="500" fill="hold"/>
                                        <p:tgtEl>
                                          <p:spTgt spid="32770">
                                            <p:txEl>
                                              <p:pRg st="3" end="3"/>
                                            </p:txEl>
                                          </p:spTgt>
                                        </p:tgtEl>
                                        <p:attrNameLst>
                                          <p:attrName>ppt_w</p:attrName>
                                        </p:attrNameLst>
                                      </p:cBhvr>
                                      <p:tavLst>
                                        <p:tav tm="0">
                                          <p:val>
                                            <p:fltVal val="0"/>
                                          </p:val>
                                        </p:tav>
                                        <p:tav tm="100000">
                                          <p:val>
                                            <p:strVal val="#ppt_w"/>
                                          </p:val>
                                        </p:tav>
                                      </p:tavLst>
                                    </p:anim>
                                    <p:anim calcmode="lin" valueType="num">
                                      <p:cBhvr>
                                        <p:cTn id="22" dur="500" fill="hold"/>
                                        <p:tgtEl>
                                          <p:spTgt spid="32770">
                                            <p:txEl>
                                              <p:pRg st="3" end="3"/>
                                            </p:txEl>
                                          </p:spTgt>
                                        </p:tgtEl>
                                        <p:attrNameLst>
                                          <p:attrName>ppt_h</p:attrName>
                                        </p:attrNameLst>
                                      </p:cBhvr>
                                      <p:tavLst>
                                        <p:tav tm="0">
                                          <p:val>
                                            <p:fltVal val="0"/>
                                          </p:val>
                                        </p:tav>
                                        <p:tav tm="100000">
                                          <p:val>
                                            <p:strVal val="#ppt_h"/>
                                          </p:val>
                                        </p:tav>
                                      </p:tavLst>
                                    </p:anim>
                                    <p:animEffect transition="in" filter="fade">
                                      <p:cBhvr>
                                        <p:cTn id="23" dur="500"/>
                                        <p:tgtEl>
                                          <p:spTgt spid="32770">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nodeType="clickEffect">
                                  <p:stCondLst>
                                    <p:cond delay="0"/>
                                  </p:stCondLst>
                                  <p:childTnLst>
                                    <p:set>
                                      <p:cBhvr>
                                        <p:cTn id="27" dur="1" fill="hold">
                                          <p:stCondLst>
                                            <p:cond delay="0"/>
                                          </p:stCondLst>
                                        </p:cTn>
                                        <p:tgtEl>
                                          <p:spTgt spid="32770">
                                            <p:txEl>
                                              <p:pRg st="4" end="4"/>
                                            </p:txEl>
                                          </p:spTgt>
                                        </p:tgtEl>
                                        <p:attrNameLst>
                                          <p:attrName>style.visibility</p:attrName>
                                        </p:attrNameLst>
                                      </p:cBhvr>
                                      <p:to>
                                        <p:strVal val="visible"/>
                                      </p:to>
                                    </p:set>
                                    <p:anim calcmode="lin" valueType="num">
                                      <p:cBhvr>
                                        <p:cTn id="28" dur="500" fill="hold"/>
                                        <p:tgtEl>
                                          <p:spTgt spid="32770">
                                            <p:txEl>
                                              <p:pRg st="4" end="4"/>
                                            </p:txEl>
                                          </p:spTgt>
                                        </p:tgtEl>
                                        <p:attrNameLst>
                                          <p:attrName>ppt_w</p:attrName>
                                        </p:attrNameLst>
                                      </p:cBhvr>
                                      <p:tavLst>
                                        <p:tav tm="0">
                                          <p:val>
                                            <p:fltVal val="0"/>
                                          </p:val>
                                        </p:tav>
                                        <p:tav tm="100000">
                                          <p:val>
                                            <p:strVal val="#ppt_w"/>
                                          </p:val>
                                        </p:tav>
                                      </p:tavLst>
                                    </p:anim>
                                    <p:anim calcmode="lin" valueType="num">
                                      <p:cBhvr>
                                        <p:cTn id="29" dur="500" fill="hold"/>
                                        <p:tgtEl>
                                          <p:spTgt spid="32770">
                                            <p:txEl>
                                              <p:pRg st="4" end="4"/>
                                            </p:txEl>
                                          </p:spTgt>
                                        </p:tgtEl>
                                        <p:attrNameLst>
                                          <p:attrName>ppt_h</p:attrName>
                                        </p:attrNameLst>
                                      </p:cBhvr>
                                      <p:tavLst>
                                        <p:tav tm="0">
                                          <p:val>
                                            <p:fltVal val="0"/>
                                          </p:val>
                                        </p:tav>
                                        <p:tav tm="100000">
                                          <p:val>
                                            <p:strVal val="#ppt_h"/>
                                          </p:val>
                                        </p:tav>
                                      </p:tavLst>
                                    </p:anim>
                                    <p:animEffect transition="in" filter="fade">
                                      <p:cBhvr>
                                        <p:cTn id="30" dur="500"/>
                                        <p:tgtEl>
                                          <p:spTgt spid="32770">
                                            <p:txEl>
                                              <p:pRg st="4" end="4"/>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nodeType="clickEffect">
                                  <p:stCondLst>
                                    <p:cond delay="0"/>
                                  </p:stCondLst>
                                  <p:childTnLst>
                                    <p:set>
                                      <p:cBhvr>
                                        <p:cTn id="34" dur="1" fill="hold">
                                          <p:stCondLst>
                                            <p:cond delay="0"/>
                                          </p:stCondLst>
                                        </p:cTn>
                                        <p:tgtEl>
                                          <p:spTgt spid="32770">
                                            <p:txEl>
                                              <p:pRg st="5" end="5"/>
                                            </p:txEl>
                                          </p:spTgt>
                                        </p:tgtEl>
                                        <p:attrNameLst>
                                          <p:attrName>style.visibility</p:attrName>
                                        </p:attrNameLst>
                                      </p:cBhvr>
                                      <p:to>
                                        <p:strVal val="visible"/>
                                      </p:to>
                                    </p:set>
                                    <p:anim calcmode="lin" valueType="num">
                                      <p:cBhvr>
                                        <p:cTn id="35" dur="500" fill="hold"/>
                                        <p:tgtEl>
                                          <p:spTgt spid="32770">
                                            <p:txEl>
                                              <p:pRg st="5" end="5"/>
                                            </p:txEl>
                                          </p:spTgt>
                                        </p:tgtEl>
                                        <p:attrNameLst>
                                          <p:attrName>ppt_w</p:attrName>
                                        </p:attrNameLst>
                                      </p:cBhvr>
                                      <p:tavLst>
                                        <p:tav tm="0">
                                          <p:val>
                                            <p:fltVal val="0"/>
                                          </p:val>
                                        </p:tav>
                                        <p:tav tm="100000">
                                          <p:val>
                                            <p:strVal val="#ppt_w"/>
                                          </p:val>
                                        </p:tav>
                                      </p:tavLst>
                                    </p:anim>
                                    <p:anim calcmode="lin" valueType="num">
                                      <p:cBhvr>
                                        <p:cTn id="36" dur="500" fill="hold"/>
                                        <p:tgtEl>
                                          <p:spTgt spid="32770">
                                            <p:txEl>
                                              <p:pRg st="5" end="5"/>
                                            </p:txEl>
                                          </p:spTgt>
                                        </p:tgtEl>
                                        <p:attrNameLst>
                                          <p:attrName>ppt_h</p:attrName>
                                        </p:attrNameLst>
                                      </p:cBhvr>
                                      <p:tavLst>
                                        <p:tav tm="0">
                                          <p:val>
                                            <p:fltVal val="0"/>
                                          </p:val>
                                        </p:tav>
                                        <p:tav tm="100000">
                                          <p:val>
                                            <p:strVal val="#ppt_h"/>
                                          </p:val>
                                        </p:tav>
                                      </p:tavLst>
                                    </p:anim>
                                    <p:animEffect transition="in" filter="fade">
                                      <p:cBhvr>
                                        <p:cTn id="37" dur="500"/>
                                        <p:tgtEl>
                                          <p:spTgt spid="32770">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3" presetClass="entr" presetSubtype="16" fill="hold" nodeType="clickEffect">
                                  <p:stCondLst>
                                    <p:cond delay="0"/>
                                  </p:stCondLst>
                                  <p:childTnLst>
                                    <p:set>
                                      <p:cBhvr>
                                        <p:cTn id="41" dur="1" fill="hold">
                                          <p:stCondLst>
                                            <p:cond delay="0"/>
                                          </p:stCondLst>
                                        </p:cTn>
                                        <p:tgtEl>
                                          <p:spTgt spid="32770">
                                            <p:txEl>
                                              <p:pRg st="6" end="6"/>
                                            </p:txEl>
                                          </p:spTgt>
                                        </p:tgtEl>
                                        <p:attrNameLst>
                                          <p:attrName>style.visibility</p:attrName>
                                        </p:attrNameLst>
                                      </p:cBhvr>
                                      <p:to>
                                        <p:strVal val="visible"/>
                                      </p:to>
                                    </p:set>
                                    <p:anim calcmode="lin" valueType="num">
                                      <p:cBhvr>
                                        <p:cTn id="42" dur="500" fill="hold"/>
                                        <p:tgtEl>
                                          <p:spTgt spid="32770">
                                            <p:txEl>
                                              <p:pRg st="6" end="6"/>
                                            </p:txEl>
                                          </p:spTgt>
                                        </p:tgtEl>
                                        <p:attrNameLst>
                                          <p:attrName>ppt_w</p:attrName>
                                        </p:attrNameLst>
                                      </p:cBhvr>
                                      <p:tavLst>
                                        <p:tav tm="0">
                                          <p:val>
                                            <p:fltVal val="0"/>
                                          </p:val>
                                        </p:tav>
                                        <p:tav tm="100000">
                                          <p:val>
                                            <p:strVal val="#ppt_w"/>
                                          </p:val>
                                        </p:tav>
                                      </p:tavLst>
                                    </p:anim>
                                    <p:anim calcmode="lin" valueType="num">
                                      <p:cBhvr>
                                        <p:cTn id="43" dur="500" fill="hold"/>
                                        <p:tgtEl>
                                          <p:spTgt spid="32770">
                                            <p:txEl>
                                              <p:pRg st="6" end="6"/>
                                            </p:txEl>
                                          </p:spTgt>
                                        </p:tgtEl>
                                        <p:attrNameLst>
                                          <p:attrName>ppt_h</p:attrName>
                                        </p:attrNameLst>
                                      </p:cBhvr>
                                      <p:tavLst>
                                        <p:tav tm="0">
                                          <p:val>
                                            <p:fltVal val="0"/>
                                          </p:val>
                                        </p:tav>
                                        <p:tav tm="100000">
                                          <p:val>
                                            <p:strVal val="#ppt_h"/>
                                          </p:val>
                                        </p:tav>
                                      </p:tavLst>
                                    </p:anim>
                                    <p:animEffect transition="in" filter="fade">
                                      <p:cBhvr>
                                        <p:cTn id="44" dur="500"/>
                                        <p:tgtEl>
                                          <p:spTgt spid="32770">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C263D6C4-4840-40CC-AC84-17E24B3B7BDE}" type="slidenum">
              <a:rPr lang="en-US" noProof="0" smtClean="0"/>
              <a:t>21</a:t>
            </a:fld>
            <a:endParaRPr lang="en-US" noProof="0" dirty="0"/>
          </a:p>
        </p:txBody>
      </p:sp>
      <p:sp>
        <p:nvSpPr>
          <p:cNvPr id="4" name="Rectangle 3"/>
          <p:cNvSpPr/>
          <p:nvPr/>
        </p:nvSpPr>
        <p:spPr>
          <a:xfrm>
            <a:off x="603849" y="148102"/>
            <a:ext cx="8540151" cy="4838248"/>
          </a:xfrm>
          <a:prstGeom prst="rect">
            <a:avLst/>
          </a:prstGeom>
        </p:spPr>
        <p:txBody>
          <a:bodyPr wrap="square">
            <a:spAutoFit/>
          </a:bodyPr>
          <a:lstStyle/>
          <a:p>
            <a:r>
              <a:rPr lang="en-US" sz="4400" dirty="0">
                <a:solidFill>
                  <a:srgbClr val="FFC000"/>
                </a:solidFill>
                <a:latin typeface="Times New Roman" panose="02020603050405020304" pitchFamily="18" charset="0"/>
              </a:rPr>
              <a:t>Database Users </a:t>
            </a:r>
            <a:endParaRPr lang="en-US" dirty="0">
              <a:solidFill>
                <a:srgbClr val="FFC000"/>
              </a:solidFill>
            </a:endParaRPr>
          </a:p>
          <a:p>
            <a:endParaRPr lang="en-US" dirty="0"/>
          </a:p>
          <a:p>
            <a:r>
              <a:rPr lang="en-US" sz="3200" dirty="0">
                <a:solidFill>
                  <a:schemeClr val="bg1"/>
                </a:solidFill>
                <a:latin typeface="Times New Roman" panose="02020603050405020304" pitchFamily="18" charset="0"/>
              </a:rPr>
              <a:t>Users may be divided into </a:t>
            </a:r>
            <a:endParaRPr lang="en-US" dirty="0">
              <a:solidFill>
                <a:schemeClr val="bg1"/>
              </a:solidFill>
            </a:endParaRPr>
          </a:p>
          <a:p>
            <a:r>
              <a:rPr lang="en-US" sz="2100" dirty="0">
                <a:solidFill>
                  <a:schemeClr val="bg1"/>
                </a:solidFill>
                <a:latin typeface="Arial" panose="020B0604020202020204" pitchFamily="34" charset="0"/>
              </a:rPr>
              <a:t> </a:t>
            </a:r>
            <a:endParaRPr lang="en-US" dirty="0">
              <a:solidFill>
                <a:schemeClr val="bg1"/>
              </a:solidFill>
            </a:endParaRPr>
          </a:p>
          <a:p>
            <a:r>
              <a:rPr lang="en-US" sz="2800" dirty="0">
                <a:solidFill>
                  <a:schemeClr val="bg1"/>
                </a:solidFill>
                <a:latin typeface="Times New Roman" panose="02020603050405020304" pitchFamily="18" charset="0"/>
              </a:rPr>
              <a:t>Those who actually use and control the content </a:t>
            </a:r>
            <a:endParaRPr lang="en-US" dirty="0">
              <a:solidFill>
                <a:schemeClr val="bg1"/>
              </a:solidFill>
            </a:endParaRPr>
          </a:p>
          <a:p>
            <a:r>
              <a:rPr lang="en-US" sz="2800" dirty="0">
                <a:solidFill>
                  <a:schemeClr val="bg1"/>
                </a:solidFill>
                <a:latin typeface="Times New Roman" panose="02020603050405020304" pitchFamily="18" charset="0"/>
              </a:rPr>
              <a:t>(called “Actors on the Scene”) </a:t>
            </a:r>
            <a:endParaRPr lang="en-US" dirty="0">
              <a:solidFill>
                <a:schemeClr val="bg1"/>
              </a:solidFill>
            </a:endParaRPr>
          </a:p>
          <a:p>
            <a:r>
              <a:rPr lang="en-US" sz="2100" dirty="0">
                <a:solidFill>
                  <a:schemeClr val="bg1"/>
                </a:solidFill>
                <a:latin typeface="Arial" panose="020B0604020202020204" pitchFamily="34" charset="0"/>
              </a:rPr>
              <a:t> </a:t>
            </a:r>
            <a:endParaRPr lang="en-US" dirty="0">
              <a:solidFill>
                <a:schemeClr val="bg1"/>
              </a:solidFill>
            </a:endParaRPr>
          </a:p>
          <a:p>
            <a:r>
              <a:rPr lang="en-US" sz="2800" dirty="0">
                <a:solidFill>
                  <a:schemeClr val="bg1"/>
                </a:solidFill>
                <a:latin typeface="Times New Roman" panose="02020603050405020304" pitchFamily="18" charset="0"/>
              </a:rPr>
              <a:t>Those who enable the database to be developed </a:t>
            </a:r>
            <a:endParaRPr lang="en-US" dirty="0">
              <a:solidFill>
                <a:schemeClr val="bg1"/>
              </a:solidFill>
            </a:endParaRPr>
          </a:p>
          <a:p>
            <a:r>
              <a:rPr lang="en-US" sz="2800" dirty="0">
                <a:solidFill>
                  <a:schemeClr val="bg1"/>
                </a:solidFill>
                <a:latin typeface="Times New Roman" panose="02020603050405020304" pitchFamily="18" charset="0"/>
              </a:rPr>
              <a:t>and the DBMS software to be designed and </a:t>
            </a:r>
            <a:endParaRPr lang="en-US" dirty="0">
              <a:solidFill>
                <a:schemeClr val="bg1"/>
              </a:solidFill>
            </a:endParaRPr>
          </a:p>
          <a:p>
            <a:r>
              <a:rPr lang="en-US" sz="2800" dirty="0">
                <a:solidFill>
                  <a:schemeClr val="bg1"/>
                </a:solidFill>
                <a:latin typeface="Times New Roman" panose="02020603050405020304" pitchFamily="18" charset="0"/>
              </a:rPr>
              <a:t>implemented (called “Workers Behind the </a:t>
            </a:r>
            <a:endParaRPr lang="en-US" dirty="0">
              <a:solidFill>
                <a:schemeClr val="bg1"/>
              </a:solidFill>
            </a:endParaRPr>
          </a:p>
          <a:p>
            <a:r>
              <a:rPr lang="en-US" sz="2800" dirty="0">
                <a:solidFill>
                  <a:schemeClr val="bg1"/>
                </a:solidFill>
                <a:latin typeface="Times New Roman" panose="02020603050405020304" pitchFamily="18" charset="0"/>
              </a:rPr>
              <a:t>Scene”).</a:t>
            </a:r>
            <a:endParaRPr lang="en-US" dirty="0">
              <a:solidFill>
                <a:schemeClr val="bg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C263D6C4-4840-40CC-AC84-17E24B3B7BDE}" type="slidenum">
              <a:rPr lang="en-US" noProof="0" smtClean="0"/>
              <a:t>22</a:t>
            </a:fld>
            <a:endParaRPr lang="en-US" noProof="0" dirty="0"/>
          </a:p>
        </p:txBody>
      </p:sp>
      <p:pic>
        <p:nvPicPr>
          <p:cNvPr id="4" name="Picture 3"/>
          <p:cNvPicPr>
            <a:picLocks noChangeAspect="1"/>
          </p:cNvPicPr>
          <p:nvPr/>
        </p:nvPicPr>
        <p:blipFill>
          <a:blip r:embed="rId2"/>
          <a:stretch>
            <a:fillRect/>
          </a:stretch>
        </p:blipFill>
        <p:spPr>
          <a:xfrm>
            <a:off x="905774" y="266443"/>
            <a:ext cx="10644996" cy="6413757"/>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C263D6C4-4840-40CC-AC84-17E24B3B7BDE}" type="slidenum">
              <a:rPr lang="en-US" noProof="0" smtClean="0"/>
              <a:t>23</a:t>
            </a:fld>
            <a:endParaRPr lang="en-US" noProof="0" dirty="0"/>
          </a:p>
        </p:txBody>
      </p:sp>
      <p:pic>
        <p:nvPicPr>
          <p:cNvPr id="3" name="Picture 2"/>
          <p:cNvPicPr>
            <a:picLocks noChangeAspect="1"/>
          </p:cNvPicPr>
          <p:nvPr/>
        </p:nvPicPr>
        <p:blipFill>
          <a:blip r:embed="rId2"/>
          <a:stretch>
            <a:fillRect/>
          </a:stretch>
        </p:blipFill>
        <p:spPr>
          <a:xfrm>
            <a:off x="1242204" y="308341"/>
            <a:ext cx="10009996" cy="618735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4034" name="Rectangle 1026"/>
          <p:cNvSpPr>
            <a:spLocks noGrp="1" noChangeArrowheads="1"/>
          </p:cNvSpPr>
          <p:nvPr>
            <p:ph type="title"/>
          </p:nvPr>
        </p:nvSpPr>
        <p:spPr>
          <a:xfrm>
            <a:off x="1828800" y="457200"/>
            <a:ext cx="8229600" cy="685800"/>
          </a:xfrm>
        </p:spPr>
        <p:txBody>
          <a:bodyPr>
            <a:normAutofit/>
          </a:bodyPr>
          <a:lstStyle/>
          <a:p>
            <a:r>
              <a:rPr lang="en-GB" sz="4000" b="1" dirty="0">
                <a:solidFill>
                  <a:srgbClr val="FFFF00"/>
                </a:solidFill>
              </a:rPr>
              <a:t>Components of DBMS Environment</a:t>
            </a:r>
          </a:p>
        </p:txBody>
      </p:sp>
      <p:sp>
        <p:nvSpPr>
          <p:cNvPr id="44035" name="Rectangle 1027"/>
          <p:cNvSpPr>
            <a:spLocks noGrp="1" noChangeArrowheads="1"/>
          </p:cNvSpPr>
          <p:nvPr>
            <p:ph type="body" idx="1"/>
          </p:nvPr>
        </p:nvSpPr>
        <p:spPr>
          <a:xfrm>
            <a:off x="1905000" y="1524000"/>
            <a:ext cx="8382000" cy="4953000"/>
          </a:xfrm>
        </p:spPr>
        <p:txBody>
          <a:bodyPr>
            <a:normAutofit fontScale="85000" lnSpcReduction="20000"/>
          </a:bodyPr>
          <a:lstStyle/>
          <a:p>
            <a:pPr algn="just">
              <a:lnSpc>
                <a:spcPct val="160000"/>
              </a:lnSpc>
            </a:pPr>
            <a:r>
              <a:rPr lang="en-GB" b="1" u="sng" dirty="0"/>
              <a:t>Hardware</a:t>
            </a:r>
          </a:p>
          <a:p>
            <a:pPr marL="342900" lvl="1" indent="-342900" algn="just">
              <a:lnSpc>
                <a:spcPct val="160000"/>
              </a:lnSpc>
              <a:buNone/>
            </a:pPr>
            <a:r>
              <a:rPr lang="en-GB" sz="3200" dirty="0"/>
              <a:t>	Can range from a PC to a network of computers.</a:t>
            </a:r>
          </a:p>
          <a:p>
            <a:pPr algn="just">
              <a:lnSpc>
                <a:spcPct val="160000"/>
              </a:lnSpc>
            </a:pPr>
            <a:r>
              <a:rPr lang="en-GB" b="1" u="sng" dirty="0"/>
              <a:t>Software</a:t>
            </a:r>
          </a:p>
          <a:p>
            <a:pPr marL="342900" lvl="1" indent="-342900" algn="just">
              <a:lnSpc>
                <a:spcPct val="160000"/>
              </a:lnSpc>
              <a:buNone/>
            </a:pPr>
            <a:r>
              <a:rPr lang="en-GB" sz="3200" dirty="0"/>
              <a:t>	DBMS, operating system, network software (if necessary) and also the application programs.</a:t>
            </a:r>
          </a:p>
          <a:p>
            <a:pPr algn="just">
              <a:lnSpc>
                <a:spcPct val="160000"/>
              </a:lnSpc>
            </a:pPr>
            <a:r>
              <a:rPr lang="en-GB" b="1" u="sng" dirty="0"/>
              <a:t>Data</a:t>
            </a:r>
          </a:p>
          <a:p>
            <a:pPr marL="342900" lvl="1" indent="-342900" algn="just">
              <a:lnSpc>
                <a:spcPct val="160000"/>
              </a:lnSpc>
              <a:buNone/>
            </a:pPr>
            <a:r>
              <a:rPr lang="en-GB" sz="3200" dirty="0"/>
              <a:t>	Used by the organization and a description of this data called the schema.</a:t>
            </a:r>
          </a:p>
          <a:p>
            <a:pPr lvl="1" algn="just">
              <a:lnSpc>
                <a:spcPct val="160000"/>
              </a:lnSpc>
            </a:pPr>
            <a:endParaRPr lang="en-GB" b="1" dirty="0">
              <a:latin typeface="Times" pitchFamily="18" charset="0"/>
            </a:endParaRP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403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4403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499"/>
                                          </p:stCondLst>
                                        </p:cTn>
                                        <p:tgtEl>
                                          <p:spTgt spid="44035">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499"/>
                                          </p:stCondLst>
                                        </p:cTn>
                                        <p:tgtEl>
                                          <p:spTgt spid="4403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44035">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499"/>
                                          </p:stCondLst>
                                        </p:cTn>
                                        <p:tgtEl>
                                          <p:spTgt spid="4403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5" grpId="0" build="p"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a:xfrm>
            <a:off x="1981200" y="228600"/>
            <a:ext cx="8229600" cy="1143000"/>
          </a:xfrm>
        </p:spPr>
        <p:txBody>
          <a:bodyPr>
            <a:normAutofit/>
          </a:bodyPr>
          <a:lstStyle/>
          <a:p>
            <a:r>
              <a:rPr lang="en-GB" sz="4000" dirty="0">
                <a:solidFill>
                  <a:srgbClr val="FFFF00"/>
                </a:solidFill>
              </a:rPr>
              <a:t>Components of DBMS Environment</a:t>
            </a:r>
          </a:p>
        </p:txBody>
      </p:sp>
      <p:sp>
        <p:nvSpPr>
          <p:cNvPr id="45059" name="Rectangle 3"/>
          <p:cNvSpPr>
            <a:spLocks noGrp="1" noChangeArrowheads="1"/>
          </p:cNvSpPr>
          <p:nvPr>
            <p:ph type="body" idx="1"/>
          </p:nvPr>
        </p:nvSpPr>
        <p:spPr>
          <a:xfrm>
            <a:off x="2133600" y="1143000"/>
            <a:ext cx="8305800" cy="5257800"/>
          </a:xfrm>
        </p:spPr>
        <p:txBody>
          <a:bodyPr>
            <a:normAutofit lnSpcReduction="10000"/>
          </a:bodyPr>
          <a:lstStyle/>
          <a:p>
            <a:pPr algn="just">
              <a:lnSpc>
                <a:spcPct val="150000"/>
              </a:lnSpc>
            </a:pPr>
            <a:r>
              <a:rPr lang="en-GB" sz="2700" b="1" u="sng" dirty="0"/>
              <a:t>Procedures</a:t>
            </a:r>
          </a:p>
          <a:p>
            <a:pPr marL="342900" lvl="1" indent="-342900" algn="just">
              <a:lnSpc>
                <a:spcPct val="150000"/>
              </a:lnSpc>
              <a:buNone/>
            </a:pPr>
            <a:r>
              <a:rPr lang="en-GB" sz="2700" dirty="0"/>
              <a:t>	Instructions and rules that should be applied to the design and use of the database and DBMS.</a:t>
            </a:r>
          </a:p>
          <a:p>
            <a:pPr algn="just">
              <a:lnSpc>
                <a:spcPct val="150000"/>
              </a:lnSpc>
            </a:pPr>
            <a:r>
              <a:rPr lang="en-GB" sz="2700" b="1" u="sng" dirty="0"/>
              <a:t>People</a:t>
            </a:r>
          </a:p>
          <a:p>
            <a:pPr algn="just">
              <a:lnSpc>
                <a:spcPct val="150000"/>
              </a:lnSpc>
              <a:buNone/>
            </a:pPr>
            <a:r>
              <a:rPr lang="en-GB" b="1" dirty="0">
                <a:latin typeface="Times" pitchFamily="18" charset="0"/>
              </a:rPr>
              <a:t>	</a:t>
            </a:r>
            <a:r>
              <a:rPr lang="en-GB" sz="2700" dirty="0"/>
              <a:t>Data Administrator (DA), Database Administrator (DBA), Database Designers (Logical and Physical), Application Programmers, End Users (naive and sophisticated)</a:t>
            </a:r>
          </a:p>
          <a:p>
            <a:pPr algn="just">
              <a:lnSpc>
                <a:spcPct val="150000"/>
              </a:lnSpc>
              <a:buNone/>
            </a:pPr>
            <a:endParaRPr lang="en-GB" sz="2700" dirty="0"/>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505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45059">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499"/>
                                          </p:stCondLst>
                                        </p:cTn>
                                        <p:tgtEl>
                                          <p:spTgt spid="45059">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4505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59" grpId="0" build="p"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p:txBody>
          <a:bodyPr>
            <a:normAutofit fontScale="90000"/>
          </a:bodyPr>
          <a:lstStyle/>
          <a:p>
            <a:r>
              <a:rPr lang="en-GB" sz="4000" dirty="0"/>
              <a:t>Components of DBMS Environment</a:t>
            </a:r>
          </a:p>
        </p:txBody>
      </p:sp>
      <p:pic>
        <p:nvPicPr>
          <p:cNvPr id="61446" name="Picture 6" descr="C01NF08"/>
          <p:cNvPicPr>
            <a:picLocks noGrp="1" noChangeAspect="1" noChangeArrowheads="1"/>
          </p:cNvPicPr>
          <p:nvPr>
            <p:ph idx="1"/>
          </p:nvPr>
        </p:nvPicPr>
        <p:blipFill>
          <a:blip r:embed="rId2"/>
          <a:srcRect/>
          <a:stretch>
            <a:fillRect/>
          </a:stretch>
        </p:blipFill>
        <p:spPr>
          <a:xfrm>
            <a:off x="1992313" y="1916114"/>
            <a:ext cx="8280400" cy="2046287"/>
          </a:xfrm>
          <a:noFill/>
        </p:spPr>
      </p:pic>
    </p:spTree>
  </p:cSld>
  <p:clrMapOvr>
    <a:masterClrMapping/>
  </p:clrMapOvr>
  <p:transition>
    <p:wipe dir="d"/>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normAutofit/>
          </a:bodyPr>
          <a:lstStyle/>
          <a:p>
            <a:pPr eaLnBrk="1" hangingPunct="1"/>
            <a:r>
              <a:rPr lang="en-US" b="1" dirty="0">
                <a:solidFill>
                  <a:schemeClr val="tx1"/>
                </a:solidFill>
              </a:rPr>
              <a:t>Main Characteristics of the Database Approach</a:t>
            </a:r>
          </a:p>
        </p:txBody>
      </p:sp>
      <p:sp>
        <p:nvSpPr>
          <p:cNvPr id="29699" name="Rectangle 3"/>
          <p:cNvSpPr>
            <a:spLocks noGrp="1" noChangeArrowheads="1"/>
          </p:cNvSpPr>
          <p:nvPr>
            <p:ph idx="1"/>
          </p:nvPr>
        </p:nvSpPr>
        <p:spPr>
          <a:xfrm>
            <a:off x="1752600" y="1295401"/>
            <a:ext cx="8610600" cy="4830763"/>
          </a:xfrm>
        </p:spPr>
        <p:txBody>
          <a:bodyPr/>
          <a:lstStyle/>
          <a:p>
            <a:pPr eaLnBrk="1" hangingPunct="1"/>
            <a:endParaRPr lang="en-US" sz="2400" b="1" u="sng" dirty="0">
              <a:solidFill>
                <a:srgbClr val="008000"/>
              </a:solidFill>
              <a:latin typeface="Arial" panose="020B0604020202020204" pitchFamily="34" charset="0"/>
            </a:endParaRPr>
          </a:p>
          <a:p>
            <a:pPr eaLnBrk="1" hangingPunct="1"/>
            <a:r>
              <a:rPr lang="en-US" sz="2400" b="1" u="sng" dirty="0">
                <a:solidFill>
                  <a:srgbClr val="008000"/>
                </a:solidFill>
                <a:latin typeface="Arial" panose="020B0604020202020204" pitchFamily="34" charset="0"/>
              </a:rPr>
              <a:t>Self-describing nature of a database system:</a:t>
            </a:r>
            <a:r>
              <a:rPr lang="en-US" sz="2400" dirty="0">
                <a:latin typeface="Arial" panose="020B0604020202020204" pitchFamily="34" charset="0"/>
              </a:rPr>
              <a:t> </a:t>
            </a:r>
          </a:p>
          <a:p>
            <a:pPr eaLnBrk="1" hangingPunct="1"/>
            <a:r>
              <a:rPr lang="en-US" sz="2400" dirty="0">
                <a:latin typeface="Arial" panose="020B0604020202020204" pitchFamily="34" charset="0"/>
              </a:rPr>
              <a:t>A DBMS </a:t>
            </a:r>
            <a:r>
              <a:rPr lang="en-US" sz="2400" b="1" dirty="0">
                <a:solidFill>
                  <a:srgbClr val="FF0000"/>
                </a:solidFill>
                <a:latin typeface="Arial" panose="020B0604020202020204" pitchFamily="34" charset="0"/>
              </a:rPr>
              <a:t>catalog</a:t>
            </a:r>
            <a:r>
              <a:rPr lang="en-US" sz="2400" dirty="0">
                <a:latin typeface="Arial" panose="020B0604020202020204" pitchFamily="34" charset="0"/>
              </a:rPr>
              <a:t> stores the </a:t>
            </a:r>
            <a:r>
              <a:rPr lang="en-US" sz="2400" i="1" dirty="0">
                <a:latin typeface="Arial" panose="020B0604020202020204" pitchFamily="34" charset="0"/>
              </a:rPr>
              <a:t>description</a:t>
            </a:r>
            <a:r>
              <a:rPr lang="en-US" sz="2400" dirty="0">
                <a:latin typeface="Arial" panose="020B0604020202020204" pitchFamily="34" charset="0"/>
              </a:rPr>
              <a:t>  of the database. 	</a:t>
            </a:r>
          </a:p>
          <a:p>
            <a:pPr lvl="1" eaLnBrk="1" hangingPunct="1"/>
            <a:r>
              <a:rPr lang="en-US" sz="2000" dirty="0">
                <a:latin typeface="Arial" panose="020B0604020202020204" pitchFamily="34" charset="0"/>
              </a:rPr>
              <a:t>called </a:t>
            </a:r>
            <a:r>
              <a:rPr lang="en-US" sz="2000" b="1" dirty="0">
                <a:solidFill>
                  <a:srgbClr val="FF0000"/>
                </a:solidFill>
                <a:latin typeface="Arial" panose="020B0604020202020204" pitchFamily="34" charset="0"/>
              </a:rPr>
              <a:t>meta-data</a:t>
            </a:r>
            <a:r>
              <a:rPr lang="en-US" sz="2000" dirty="0">
                <a:latin typeface="Arial" panose="020B0604020202020204" pitchFamily="34" charset="0"/>
              </a:rPr>
              <a:t>). </a:t>
            </a:r>
          </a:p>
          <a:p>
            <a:pPr lvl="1" eaLnBrk="1" hangingPunct="1"/>
            <a:r>
              <a:rPr lang="en-US" sz="2000" dirty="0">
                <a:latin typeface="Arial" panose="020B0604020202020204" pitchFamily="34" charset="0"/>
              </a:rPr>
              <a:t>allows the DBMS software to work with different databases.</a:t>
            </a:r>
          </a:p>
          <a:p>
            <a:pPr eaLnBrk="1" hangingPunct="1"/>
            <a:endParaRPr lang="en-US" sz="2400" dirty="0">
              <a:latin typeface="Arial" panose="020B0604020202020204" pitchFamily="34" charset="0"/>
            </a:endParaRPr>
          </a:p>
        </p:txBody>
      </p:sp>
      <p:sp>
        <p:nvSpPr>
          <p:cNvPr id="29700" name="AutoShape 4"/>
          <p:cNvSpPr>
            <a:spLocks noChangeArrowheads="1"/>
          </p:cNvSpPr>
          <p:nvPr/>
        </p:nvSpPr>
        <p:spPr bwMode="auto">
          <a:xfrm>
            <a:off x="5181600" y="3429000"/>
            <a:ext cx="1600200" cy="914400"/>
          </a:xfrm>
          <a:prstGeom prst="flowChartMagneticDisk">
            <a:avLst/>
          </a:prstGeom>
          <a:solidFill>
            <a:schemeClr val="accent1"/>
          </a:solidFill>
          <a:ln w="9525">
            <a:solidFill>
              <a:schemeClr val="tx1"/>
            </a:solidFill>
            <a:round/>
          </a:ln>
        </p:spPr>
        <p:txBody>
          <a:bodyPr wrap="none" anchor="ctr"/>
          <a:lstStyle/>
          <a:p>
            <a:pPr algn="ctr"/>
            <a:r>
              <a:rPr lang="en-US"/>
              <a:t>Database</a:t>
            </a:r>
          </a:p>
        </p:txBody>
      </p:sp>
      <p:sp>
        <p:nvSpPr>
          <p:cNvPr id="29701" name="AutoShape 5"/>
          <p:cNvSpPr>
            <a:spLocks noChangeArrowheads="1"/>
          </p:cNvSpPr>
          <p:nvPr/>
        </p:nvSpPr>
        <p:spPr bwMode="auto">
          <a:xfrm>
            <a:off x="3810000" y="5105400"/>
            <a:ext cx="1295400" cy="914400"/>
          </a:xfrm>
          <a:prstGeom prst="flowChartMagneticDisk">
            <a:avLst/>
          </a:prstGeom>
          <a:solidFill>
            <a:schemeClr val="accent1"/>
          </a:solidFill>
          <a:ln w="9525">
            <a:solidFill>
              <a:schemeClr val="tx1"/>
            </a:solidFill>
            <a:round/>
          </a:ln>
        </p:spPr>
        <p:txBody>
          <a:bodyPr wrap="none" anchor="ctr"/>
          <a:lstStyle/>
          <a:p>
            <a:pPr algn="ctr"/>
            <a:r>
              <a:rPr lang="en-US"/>
              <a:t>Raw data</a:t>
            </a:r>
          </a:p>
        </p:txBody>
      </p:sp>
      <p:sp>
        <p:nvSpPr>
          <p:cNvPr id="29702" name="AutoShape 6"/>
          <p:cNvSpPr>
            <a:spLocks noChangeArrowheads="1"/>
          </p:cNvSpPr>
          <p:nvPr/>
        </p:nvSpPr>
        <p:spPr bwMode="auto">
          <a:xfrm>
            <a:off x="7086600" y="5105400"/>
            <a:ext cx="1295400" cy="914400"/>
          </a:xfrm>
          <a:prstGeom prst="flowChartMagneticDisk">
            <a:avLst/>
          </a:prstGeom>
          <a:solidFill>
            <a:schemeClr val="accent1"/>
          </a:solidFill>
          <a:ln w="9525">
            <a:solidFill>
              <a:schemeClr val="tx1"/>
            </a:solidFill>
            <a:round/>
          </a:ln>
        </p:spPr>
        <p:txBody>
          <a:bodyPr wrap="none" anchor="ctr"/>
          <a:lstStyle/>
          <a:p>
            <a:pPr algn="ctr"/>
            <a:r>
              <a:rPr lang="en-US"/>
              <a:t>Meta data</a:t>
            </a:r>
          </a:p>
        </p:txBody>
      </p:sp>
      <p:sp>
        <p:nvSpPr>
          <p:cNvPr id="29703" name="Line 7"/>
          <p:cNvSpPr>
            <a:spLocks noChangeShapeType="1"/>
          </p:cNvSpPr>
          <p:nvPr/>
        </p:nvSpPr>
        <p:spPr bwMode="auto">
          <a:xfrm flipH="1">
            <a:off x="4495800" y="4343400"/>
            <a:ext cx="1295400" cy="762000"/>
          </a:xfrm>
          <a:prstGeom prst="line">
            <a:avLst/>
          </a:prstGeom>
          <a:noFill/>
          <a:ln w="9525">
            <a:solidFill>
              <a:schemeClr val="tx1"/>
            </a:solidFill>
            <a:round/>
          </a:ln>
        </p:spPr>
        <p:txBody>
          <a:bodyPr/>
          <a:lstStyle/>
          <a:p>
            <a:endParaRPr lang="en-US"/>
          </a:p>
        </p:txBody>
      </p:sp>
      <p:sp>
        <p:nvSpPr>
          <p:cNvPr id="29704" name="Line 8"/>
          <p:cNvSpPr>
            <a:spLocks noChangeShapeType="1"/>
          </p:cNvSpPr>
          <p:nvPr/>
        </p:nvSpPr>
        <p:spPr bwMode="auto">
          <a:xfrm>
            <a:off x="6172200" y="4343400"/>
            <a:ext cx="1447800" cy="762000"/>
          </a:xfrm>
          <a:prstGeom prst="line">
            <a:avLst/>
          </a:prstGeom>
          <a:noFill/>
          <a:ln w="9525">
            <a:solidFill>
              <a:schemeClr val="tx1"/>
            </a:solidFill>
            <a:round/>
          </a:ln>
        </p:spPr>
        <p:txBody>
          <a:bodyPr/>
          <a:lstStyle/>
          <a:p>
            <a:endParaRPr lang="en-US"/>
          </a:p>
        </p:txBody>
      </p:sp>
      <p:sp>
        <p:nvSpPr>
          <p:cNvPr id="29705" name="Line 9"/>
          <p:cNvSpPr>
            <a:spLocks noChangeShapeType="1"/>
          </p:cNvSpPr>
          <p:nvPr/>
        </p:nvSpPr>
        <p:spPr bwMode="auto">
          <a:xfrm>
            <a:off x="3429000" y="4572000"/>
            <a:ext cx="5486400" cy="0"/>
          </a:xfrm>
          <a:prstGeom prst="line">
            <a:avLst/>
          </a:prstGeom>
          <a:noFill/>
          <a:ln w="9525">
            <a:solidFill>
              <a:schemeClr val="tx1"/>
            </a:solidFill>
            <a:round/>
          </a:ln>
        </p:spPr>
        <p:txBody>
          <a:bodyPr/>
          <a:lstStyle/>
          <a:p>
            <a:endParaRPr lang="en-US"/>
          </a:p>
        </p:txBody>
      </p:sp>
      <p:sp>
        <p:nvSpPr>
          <p:cNvPr id="64522" name="Text Box 10"/>
          <p:cNvSpPr txBox="1">
            <a:spLocks noChangeArrowheads="1"/>
          </p:cNvSpPr>
          <p:nvPr/>
        </p:nvSpPr>
        <p:spPr bwMode="auto">
          <a:xfrm>
            <a:off x="7527925" y="6259513"/>
            <a:ext cx="1694182" cy="369332"/>
          </a:xfrm>
          <a:prstGeom prst="rect">
            <a:avLst/>
          </a:prstGeom>
          <a:noFill/>
          <a:ln w="9525">
            <a:noFill/>
            <a:miter lim="800000"/>
          </a:ln>
        </p:spPr>
        <p:txBody>
          <a:bodyPr wrap="none">
            <a:spAutoFit/>
          </a:bodyPr>
          <a:lstStyle/>
          <a:p>
            <a:r>
              <a:rPr lang="en-US">
                <a:solidFill>
                  <a:srgbClr val="FF6600"/>
                </a:solidFill>
              </a:rPr>
              <a:t>Systems Catalog</a:t>
            </a:r>
          </a:p>
        </p:txBody>
      </p:sp>
      <p:sp>
        <p:nvSpPr>
          <p:cNvPr id="64523" name="Line 11"/>
          <p:cNvSpPr>
            <a:spLocks noChangeShapeType="1"/>
          </p:cNvSpPr>
          <p:nvPr/>
        </p:nvSpPr>
        <p:spPr bwMode="auto">
          <a:xfrm flipH="1" flipV="1">
            <a:off x="8382000" y="5791200"/>
            <a:ext cx="762000" cy="381000"/>
          </a:xfrm>
          <a:prstGeom prst="line">
            <a:avLst/>
          </a:prstGeom>
          <a:noFill/>
          <a:ln w="9525">
            <a:solidFill>
              <a:srgbClr val="FF6600"/>
            </a:solidFill>
            <a:round/>
            <a:tailEnd type="triangle" w="med" len="med"/>
          </a:ln>
        </p:spPr>
        <p:txBody>
          <a:bodyPr/>
          <a:lstStyle/>
          <a:p>
            <a:endParaRPr lang="en-US"/>
          </a:p>
        </p:txBody>
      </p:sp>
      <p:sp>
        <p:nvSpPr>
          <p:cNvPr id="12" name="Slide Number Placeholder 11"/>
          <p:cNvSpPr>
            <a:spLocks noGrp="1"/>
          </p:cNvSpPr>
          <p:nvPr>
            <p:ph type="sldNum" sz="quarter" idx="12"/>
          </p:nvPr>
        </p:nvSpPr>
        <p:spPr/>
        <p:txBody>
          <a:bodyPr/>
          <a:lstStyle/>
          <a:p>
            <a:fld id="{DA7DF29F-8EBD-4955-8135-77E3F3B8D1FA}" type="slidenum">
              <a:rPr lang="en-US" smtClean="0"/>
              <a:t>27</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4522"/>
                                        </p:tgtEl>
                                        <p:attrNameLst>
                                          <p:attrName>style.visibility</p:attrName>
                                        </p:attrNameLst>
                                      </p:cBhvr>
                                      <p:to>
                                        <p:strVal val="visible"/>
                                      </p:to>
                                    </p:set>
                                    <p:anim calcmode="lin" valueType="num">
                                      <p:cBhvr additive="base">
                                        <p:cTn id="7" dur="500" fill="hold"/>
                                        <p:tgtEl>
                                          <p:spTgt spid="64522"/>
                                        </p:tgtEl>
                                        <p:attrNameLst>
                                          <p:attrName>ppt_x</p:attrName>
                                        </p:attrNameLst>
                                      </p:cBhvr>
                                      <p:tavLst>
                                        <p:tav tm="0">
                                          <p:val>
                                            <p:strVal val="#ppt_x"/>
                                          </p:val>
                                        </p:tav>
                                        <p:tav tm="100000">
                                          <p:val>
                                            <p:strVal val="#ppt_x"/>
                                          </p:val>
                                        </p:tav>
                                      </p:tavLst>
                                    </p:anim>
                                    <p:anim calcmode="lin" valueType="num">
                                      <p:cBhvr additive="base">
                                        <p:cTn id="8" dur="500" fill="hold"/>
                                        <p:tgtEl>
                                          <p:spTgt spid="6452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64523"/>
                                        </p:tgtEl>
                                        <p:attrNameLst>
                                          <p:attrName>style.visibility</p:attrName>
                                        </p:attrNameLst>
                                      </p:cBhvr>
                                      <p:to>
                                        <p:strVal val="visible"/>
                                      </p:to>
                                    </p:set>
                                    <p:anim calcmode="lin" valueType="num">
                                      <p:cBhvr additive="base">
                                        <p:cTn id="11" dur="500" fill="hold"/>
                                        <p:tgtEl>
                                          <p:spTgt spid="64523"/>
                                        </p:tgtEl>
                                        <p:attrNameLst>
                                          <p:attrName>ppt_x</p:attrName>
                                        </p:attrNameLst>
                                      </p:cBhvr>
                                      <p:tavLst>
                                        <p:tav tm="0">
                                          <p:val>
                                            <p:strVal val="#ppt_x"/>
                                          </p:val>
                                        </p:tav>
                                        <p:tav tm="100000">
                                          <p:val>
                                            <p:strVal val="#ppt_x"/>
                                          </p:val>
                                        </p:tav>
                                      </p:tavLst>
                                    </p:anim>
                                    <p:anim calcmode="lin" valueType="num">
                                      <p:cBhvr additive="base">
                                        <p:cTn id="12" dur="500" fill="hold"/>
                                        <p:tgtEl>
                                          <p:spTgt spid="645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22" grpId="0"/>
      <p:bldP spid="64523"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C263D6C4-4840-40CC-AC84-17E24B3B7BDE}" type="slidenum">
              <a:rPr lang="en-US" noProof="0" smtClean="0"/>
              <a:t>28</a:t>
            </a:fld>
            <a:endParaRPr lang="en-US" noProof="0" dirty="0"/>
          </a:p>
        </p:txBody>
      </p:sp>
      <p:sp>
        <p:nvSpPr>
          <p:cNvPr id="6" name="TextBox 5"/>
          <p:cNvSpPr txBox="1"/>
          <p:nvPr/>
        </p:nvSpPr>
        <p:spPr>
          <a:xfrm>
            <a:off x="1061049" y="560717"/>
            <a:ext cx="9661585" cy="4955203"/>
          </a:xfrm>
          <a:prstGeom prst="rect">
            <a:avLst/>
          </a:prstGeom>
          <a:noFill/>
        </p:spPr>
        <p:txBody>
          <a:bodyPr wrap="square" rtlCol="0">
            <a:spAutoFit/>
          </a:bodyPr>
          <a:lstStyle/>
          <a:p>
            <a:r>
              <a:rPr lang="en-US" sz="2800" b="1" u="sng" dirty="0">
                <a:solidFill>
                  <a:srgbClr val="008000"/>
                </a:solidFill>
                <a:latin typeface="Arial" panose="020B0604020202020204" pitchFamily="34" charset="0"/>
              </a:rPr>
              <a:t>Insulation between programs and data:</a:t>
            </a:r>
            <a:r>
              <a:rPr lang="en-US" sz="2800" dirty="0">
                <a:latin typeface="Arial" panose="020B0604020202020204" pitchFamily="34" charset="0"/>
              </a:rPr>
              <a:t> </a:t>
            </a:r>
            <a:r>
              <a:rPr lang="en-US" sz="2800" dirty="0">
                <a:solidFill>
                  <a:srgbClr val="3333CC"/>
                </a:solidFill>
                <a:latin typeface="Arial" panose="020B0604020202020204" pitchFamily="34" charset="0"/>
              </a:rPr>
              <a:t>Called</a:t>
            </a:r>
            <a:r>
              <a:rPr lang="en-US" sz="2800" dirty="0">
                <a:latin typeface="Arial" panose="020B0604020202020204" pitchFamily="34" charset="0"/>
              </a:rPr>
              <a:t> </a:t>
            </a:r>
            <a:r>
              <a:rPr lang="en-US" sz="2800" b="1" dirty="0">
                <a:solidFill>
                  <a:srgbClr val="FF0066"/>
                </a:solidFill>
                <a:latin typeface="Arial" panose="020B0604020202020204" pitchFamily="34" charset="0"/>
              </a:rPr>
              <a:t>program-data independence</a:t>
            </a:r>
            <a:r>
              <a:rPr lang="en-US" sz="2800" dirty="0">
                <a:latin typeface="Arial" panose="020B0604020202020204" pitchFamily="34" charset="0"/>
              </a:rPr>
              <a:t>. </a:t>
            </a:r>
          </a:p>
          <a:p>
            <a:endParaRPr lang="en-US" sz="2800" dirty="0">
              <a:latin typeface="Arial" panose="020B0604020202020204" pitchFamily="34" charset="0"/>
            </a:endParaRPr>
          </a:p>
          <a:p>
            <a:r>
              <a:rPr lang="en-US" sz="2800" dirty="0">
                <a:solidFill>
                  <a:schemeClr val="bg1"/>
                </a:solidFill>
                <a:latin typeface="Arial" panose="020B0604020202020204" pitchFamily="34" charset="0"/>
              </a:rPr>
              <a:t>Allows changing data storage structures and operations without having to change the DBMS access programs.</a:t>
            </a:r>
          </a:p>
          <a:p>
            <a:endParaRPr lang="en-US" sz="2800" dirty="0">
              <a:solidFill>
                <a:schemeClr val="bg1"/>
              </a:solidFill>
              <a:latin typeface="Arial" panose="020B0604020202020204" pitchFamily="34" charset="0"/>
            </a:endParaRPr>
          </a:p>
          <a:p>
            <a:r>
              <a:rPr lang="en-US" sz="2800" b="1" u="sng" dirty="0">
                <a:solidFill>
                  <a:srgbClr val="008000"/>
                </a:solidFill>
                <a:latin typeface="Arial" panose="020B0604020202020204" pitchFamily="34" charset="0"/>
              </a:rPr>
              <a:t>Data Abstraction</a:t>
            </a:r>
            <a:r>
              <a:rPr lang="en-US" sz="2800" b="1" u="sng" dirty="0">
                <a:solidFill>
                  <a:srgbClr val="FF6600"/>
                </a:solidFill>
                <a:latin typeface="Arial" panose="020B0604020202020204" pitchFamily="34" charset="0"/>
              </a:rPr>
              <a:t>:</a:t>
            </a:r>
            <a:r>
              <a:rPr lang="en-US" sz="2800" dirty="0">
                <a:solidFill>
                  <a:srgbClr val="000000"/>
                </a:solidFill>
                <a:latin typeface="Arial" panose="020B0604020202020204" pitchFamily="34" charset="0"/>
              </a:rPr>
              <a:t> </a:t>
            </a:r>
            <a:r>
              <a:rPr lang="en-US" sz="2800" dirty="0">
                <a:solidFill>
                  <a:schemeClr val="bg1"/>
                </a:solidFill>
                <a:latin typeface="Arial" panose="020B0604020202020204" pitchFamily="34" charset="0"/>
              </a:rPr>
              <a:t>A </a:t>
            </a:r>
            <a:r>
              <a:rPr lang="en-US" sz="2800" b="1" dirty="0">
                <a:solidFill>
                  <a:srgbClr val="C00000"/>
                </a:solidFill>
                <a:latin typeface="Arial" panose="020B0604020202020204" pitchFamily="34" charset="0"/>
              </a:rPr>
              <a:t>data model</a:t>
            </a:r>
            <a:r>
              <a:rPr lang="en-US" sz="2800" dirty="0">
                <a:solidFill>
                  <a:srgbClr val="C00000"/>
                </a:solidFill>
                <a:latin typeface="Arial" panose="020B0604020202020204" pitchFamily="34" charset="0"/>
              </a:rPr>
              <a:t> </a:t>
            </a:r>
            <a:r>
              <a:rPr lang="en-US" sz="2800" dirty="0">
                <a:solidFill>
                  <a:schemeClr val="bg1"/>
                </a:solidFill>
                <a:latin typeface="Arial" panose="020B0604020202020204" pitchFamily="34" charset="0"/>
              </a:rPr>
              <a:t>is used to hide storage details and present the users with a </a:t>
            </a:r>
            <a:r>
              <a:rPr lang="en-US" sz="2800" b="1" i="1" dirty="0">
                <a:solidFill>
                  <a:srgbClr val="FFC000"/>
                </a:solidFill>
                <a:latin typeface="Arial" panose="020B0604020202020204" pitchFamily="34" charset="0"/>
              </a:rPr>
              <a:t>conceptual view</a:t>
            </a:r>
            <a:r>
              <a:rPr lang="en-US" sz="2800" dirty="0">
                <a:solidFill>
                  <a:srgbClr val="FFC000"/>
                </a:solidFill>
                <a:latin typeface="Arial" panose="020B0604020202020204" pitchFamily="34" charset="0"/>
              </a:rPr>
              <a:t>  </a:t>
            </a:r>
            <a:r>
              <a:rPr lang="en-US" sz="2800" dirty="0">
                <a:solidFill>
                  <a:schemeClr val="bg1"/>
                </a:solidFill>
                <a:latin typeface="Arial" panose="020B0604020202020204" pitchFamily="34" charset="0"/>
              </a:rPr>
              <a:t>of  the database.</a:t>
            </a:r>
          </a:p>
          <a:p>
            <a:endParaRPr lang="en-US" sz="2800" dirty="0">
              <a:solidFill>
                <a:schemeClr val="bg1"/>
              </a:solidFill>
              <a:latin typeface="Arial" panose="020B0604020202020204" pitchFamily="34" charset="0"/>
            </a:endParaRPr>
          </a:p>
          <a:p>
            <a:endParaRPr lang="en-US" dirty="0">
              <a:latin typeface="Arial" panose="020B0604020202020204" pitchFamily="34" charset="0"/>
            </a:endParaRPr>
          </a:p>
          <a:p>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C263D6C4-4840-40CC-AC84-17E24B3B7BDE}" type="slidenum">
              <a:rPr lang="en-US" noProof="0" smtClean="0"/>
              <a:t>29</a:t>
            </a:fld>
            <a:endParaRPr lang="en-US" noProof="0" dirty="0"/>
          </a:p>
        </p:txBody>
      </p:sp>
      <p:sp>
        <p:nvSpPr>
          <p:cNvPr id="4" name="Rectangle 3"/>
          <p:cNvSpPr>
            <a:spLocks noGrp="1" noChangeArrowheads="1"/>
          </p:cNvSpPr>
          <p:nvPr/>
        </p:nvSpPr>
        <p:spPr>
          <a:xfrm>
            <a:off x="2120900" y="256173"/>
            <a:ext cx="8432800" cy="704850"/>
          </a:xfrm>
          <a:prstGeom prst="rect">
            <a:avLst/>
          </a:prstGeom>
        </p:spPr>
        <p:txBody>
          <a:bodyPr vert="horz" lIns="91440" tIns="45720" rIns="91440" bIns="45720" rtlCol="0" anchor="ctr">
            <a:normAutofit fontScale="7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sz="3600" b="1"/>
              <a:t>Main Characteristics of the Database Approach</a:t>
            </a:r>
          </a:p>
        </p:txBody>
      </p:sp>
      <p:sp>
        <p:nvSpPr>
          <p:cNvPr id="5" name="Rectangle 4"/>
          <p:cNvSpPr>
            <a:spLocks noGrp="1" noChangeArrowheads="1"/>
          </p:cNvSpPr>
          <p:nvPr/>
        </p:nvSpPr>
        <p:spPr>
          <a:xfrm>
            <a:off x="1638300" y="1189623"/>
            <a:ext cx="8153400" cy="16002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endParaRPr lang="en-US" sz="2200" b="1" u="sng" dirty="0">
              <a:solidFill>
                <a:srgbClr val="FF6600"/>
              </a:solidFill>
              <a:latin typeface="Arial" panose="020B0604020202020204" pitchFamily="34" charset="0"/>
            </a:endParaRPr>
          </a:p>
          <a:p>
            <a:pPr eaLnBrk="1" hangingPunct="1"/>
            <a:r>
              <a:rPr lang="en-US" sz="2400" b="1" u="sng" dirty="0">
                <a:solidFill>
                  <a:srgbClr val="008000"/>
                </a:solidFill>
                <a:latin typeface="Arial" panose="020B0604020202020204" pitchFamily="34" charset="0"/>
              </a:rPr>
              <a:t>Support of multiple views of the data</a:t>
            </a:r>
            <a:r>
              <a:rPr lang="en-US" sz="2400" b="1" u="sng" dirty="0">
                <a:solidFill>
                  <a:schemeClr val="bg1"/>
                </a:solidFill>
                <a:latin typeface="Arial" panose="020B0604020202020204" pitchFamily="34" charset="0"/>
              </a:rPr>
              <a:t>:</a:t>
            </a:r>
            <a:r>
              <a:rPr lang="en-US" sz="2400" dirty="0">
                <a:solidFill>
                  <a:schemeClr val="bg1"/>
                </a:solidFill>
                <a:latin typeface="Arial" panose="020B0604020202020204" pitchFamily="34" charset="0"/>
              </a:rPr>
              <a:t> Each user may see a different view of the database, which describes </a:t>
            </a:r>
            <a:r>
              <a:rPr lang="en-US" sz="2400" i="1" dirty="0">
                <a:solidFill>
                  <a:srgbClr val="C00000"/>
                </a:solidFill>
                <a:latin typeface="Arial" panose="020B0604020202020204" pitchFamily="34" charset="0"/>
              </a:rPr>
              <a:t>only</a:t>
            </a:r>
            <a:r>
              <a:rPr lang="en-US" sz="2400" dirty="0">
                <a:solidFill>
                  <a:schemeClr val="bg1"/>
                </a:solidFill>
                <a:latin typeface="Arial" panose="020B0604020202020204" pitchFamily="34" charset="0"/>
              </a:rPr>
              <a:t>  the data of interest to that user.</a:t>
            </a:r>
          </a:p>
          <a:p>
            <a:pPr eaLnBrk="1" hangingPunct="1"/>
            <a:endParaRPr lang="en-US" sz="2400" dirty="0">
              <a:solidFill>
                <a:schemeClr val="bg1"/>
              </a:solidFill>
              <a:latin typeface="Arial" panose="020B0604020202020204" pitchFamily="34" charset="0"/>
            </a:endParaRPr>
          </a:p>
        </p:txBody>
      </p:sp>
      <p:pic>
        <p:nvPicPr>
          <p:cNvPr id="6" name="table"/>
          <p:cNvPicPr>
            <a:picLocks noGrp="1"/>
          </p:cNvPicPr>
          <p:nvPr/>
        </p:nvPicPr>
        <p:blipFill>
          <a:blip r:embed="rId2"/>
          <a:stretch>
            <a:fillRect/>
          </a:stretch>
        </p:blipFill>
        <p:spPr>
          <a:xfrm>
            <a:off x="2781300" y="2746961"/>
            <a:ext cx="6324600" cy="1728786"/>
          </a:xfrm>
          <a:prstGeom prst="rect">
            <a:avLst/>
          </a:prstGeom>
        </p:spPr>
      </p:pic>
      <p:pic>
        <p:nvPicPr>
          <p:cNvPr id="7" name="table"/>
          <p:cNvPicPr>
            <a:picLocks noGrp="1"/>
          </p:cNvPicPr>
          <p:nvPr/>
        </p:nvPicPr>
        <p:blipFill>
          <a:blip r:embed="rId3"/>
          <a:stretch>
            <a:fillRect/>
          </a:stretch>
        </p:blipFill>
        <p:spPr>
          <a:xfrm>
            <a:off x="3238500" y="4923423"/>
            <a:ext cx="2209800" cy="1371600"/>
          </a:xfrm>
          <a:prstGeom prst="rect">
            <a:avLst/>
          </a:prstGeom>
        </p:spPr>
      </p:pic>
      <p:pic>
        <p:nvPicPr>
          <p:cNvPr id="8" name="table"/>
          <p:cNvPicPr>
            <a:picLocks noGrp="1"/>
          </p:cNvPicPr>
          <p:nvPr/>
        </p:nvPicPr>
        <p:blipFill>
          <a:blip r:embed="rId4"/>
          <a:stretch>
            <a:fillRect/>
          </a:stretch>
        </p:blipFill>
        <p:spPr>
          <a:xfrm>
            <a:off x="6134100" y="4923423"/>
            <a:ext cx="2743200" cy="1371600"/>
          </a:xfrm>
          <a:prstGeom prst="rect">
            <a:avLst/>
          </a:prstGeom>
        </p:spPr>
      </p:pic>
      <p:sp>
        <p:nvSpPr>
          <p:cNvPr id="9" name="Text Box 221"/>
          <p:cNvSpPr txBox="1">
            <a:spLocks noChangeArrowheads="1"/>
          </p:cNvSpPr>
          <p:nvPr/>
        </p:nvSpPr>
        <p:spPr bwMode="auto">
          <a:xfrm>
            <a:off x="1698626" y="6050548"/>
            <a:ext cx="1404552" cy="338554"/>
          </a:xfrm>
          <a:prstGeom prst="rect">
            <a:avLst/>
          </a:prstGeom>
          <a:noFill/>
          <a:ln w="9525">
            <a:noFill/>
            <a:miter lim="800000"/>
          </a:ln>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600" dirty="0">
                <a:solidFill>
                  <a:srgbClr val="FFC000"/>
                </a:solidFill>
              </a:rPr>
              <a:t>Lecturer view</a:t>
            </a:r>
          </a:p>
        </p:txBody>
      </p:sp>
      <p:sp>
        <p:nvSpPr>
          <p:cNvPr id="10" name="Text Box 223"/>
          <p:cNvSpPr txBox="1">
            <a:spLocks noChangeArrowheads="1"/>
          </p:cNvSpPr>
          <p:nvPr/>
        </p:nvSpPr>
        <p:spPr bwMode="auto">
          <a:xfrm>
            <a:off x="7757570" y="6289845"/>
            <a:ext cx="2381870" cy="338554"/>
          </a:xfrm>
          <a:prstGeom prst="rect">
            <a:avLst/>
          </a:prstGeom>
          <a:noFill/>
          <a:ln w="9525">
            <a:noFill/>
            <a:miter lim="800000"/>
          </a:ln>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600">
                <a:solidFill>
                  <a:srgbClr val="FFC000"/>
                </a:solidFill>
              </a:rPr>
              <a:t>Administrative staff view</a:t>
            </a:r>
          </a:p>
        </p:txBody>
      </p:sp>
      <p:sp>
        <p:nvSpPr>
          <p:cNvPr id="11" name="Line 224"/>
          <p:cNvSpPr>
            <a:spLocks noChangeShapeType="1"/>
          </p:cNvSpPr>
          <p:nvPr/>
        </p:nvSpPr>
        <p:spPr bwMode="auto">
          <a:xfrm flipH="1">
            <a:off x="4533900" y="4466223"/>
            <a:ext cx="990600" cy="457200"/>
          </a:xfrm>
          <a:prstGeom prst="line">
            <a:avLst/>
          </a:prstGeom>
          <a:noFill/>
          <a:ln w="9525">
            <a:solidFill>
              <a:schemeClr val="tx1"/>
            </a:solidFill>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2" name="Line 225"/>
          <p:cNvSpPr>
            <a:spLocks noChangeShapeType="1"/>
          </p:cNvSpPr>
          <p:nvPr/>
        </p:nvSpPr>
        <p:spPr bwMode="auto">
          <a:xfrm>
            <a:off x="6210300" y="4466223"/>
            <a:ext cx="838200" cy="457200"/>
          </a:xfrm>
          <a:prstGeom prst="line">
            <a:avLst/>
          </a:prstGeom>
          <a:noFill/>
          <a:ln w="9525">
            <a:solidFill>
              <a:schemeClr val="tx1"/>
            </a:solidFill>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pic>
        <p:nvPicPr>
          <p:cNvPr id="13" name="Picture 12" descr="http://www.capitalfm.co.ke/campus/wp-content/uploads/2012/06/lecturer-Mwenda.jpg"/>
          <p:cNvPicPr>
            <a:picLocks noChangeAspect="1" noChangeArrowheads="1"/>
          </p:cNvPicPr>
          <p:nvPr/>
        </p:nvPicPr>
        <p:blipFill>
          <a:blip r:embed="rId5" cstate="print"/>
          <a:srcRect/>
          <a:stretch>
            <a:fillRect/>
          </a:stretch>
        </p:blipFill>
        <p:spPr bwMode="auto">
          <a:xfrm>
            <a:off x="1638301" y="4923424"/>
            <a:ext cx="1477433" cy="1108075"/>
          </a:xfrm>
          <a:prstGeom prst="rect">
            <a:avLst/>
          </a:prstGeom>
          <a:noFill/>
        </p:spPr>
      </p:pic>
      <p:pic>
        <p:nvPicPr>
          <p:cNvPr id="14" name="Picture 13" descr="http://fundadministration.org/wp-content/uploads/2009/06/fund-administration-definition-300x300.jpg"/>
          <p:cNvPicPr>
            <a:picLocks noChangeAspect="1" noChangeArrowheads="1"/>
          </p:cNvPicPr>
          <p:nvPr/>
        </p:nvPicPr>
        <p:blipFill>
          <a:blip r:embed="rId6"/>
          <a:srcRect/>
          <a:stretch>
            <a:fillRect/>
          </a:stretch>
        </p:blipFill>
        <p:spPr bwMode="auto">
          <a:xfrm>
            <a:off x="9029700" y="4999623"/>
            <a:ext cx="1104900" cy="1104900"/>
          </a:xfrm>
          <a:prstGeom prst="rect">
            <a:avLst/>
          </a:prstGeom>
          <a:noFill/>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C263D6C4-4840-40CC-AC84-17E24B3B7BDE}" type="slidenum">
              <a:rPr lang="en-US" noProof="0" smtClean="0"/>
              <a:t>30</a:t>
            </a:fld>
            <a:endParaRPr lang="en-US" noProof="0" dirty="0"/>
          </a:p>
        </p:txBody>
      </p:sp>
      <p:sp>
        <p:nvSpPr>
          <p:cNvPr id="3" name="Text Box 2"/>
          <p:cNvSpPr txBox="1"/>
          <p:nvPr/>
        </p:nvSpPr>
        <p:spPr>
          <a:xfrm>
            <a:off x="750570" y="189865"/>
            <a:ext cx="9977755" cy="6155055"/>
          </a:xfrm>
          <a:prstGeom prst="rect">
            <a:avLst/>
          </a:prstGeom>
        </p:spPr>
        <p:txBody>
          <a:bodyPr>
            <a:noAutofit/>
          </a:bodyPr>
          <a:lstStyle/>
          <a:p>
            <a:r>
              <a:rPr sz="2900">
                <a:solidFill>
                  <a:srgbClr val="420000"/>
                </a:solidFill>
                <a:latin typeface="Times New Roman" panose="02020603050405020304"/>
                <a:ea typeface="Times New Roman" panose="02020603050405020304"/>
              </a:rPr>
              <a:t>Main Characteristics of the </a:t>
            </a:r>
          </a:p>
          <a:p>
            <a:r>
              <a:rPr sz="2900">
                <a:solidFill>
                  <a:srgbClr val="420000"/>
                </a:solidFill>
                <a:latin typeface="Times New Roman" panose="02020603050405020304"/>
                <a:ea typeface="Times New Roman" panose="02020603050405020304"/>
              </a:rPr>
              <a:t>Database Approach </a:t>
            </a:r>
          </a:p>
          <a:p>
            <a:r>
              <a:rPr sz="2300">
                <a:solidFill>
                  <a:srgbClr val="420000"/>
                </a:solidFill>
                <a:latin typeface="Times New Roman" panose="02020603050405020304"/>
                <a:ea typeface="Times New Roman" panose="02020603050405020304"/>
              </a:rPr>
              <a:t>contd. </a:t>
            </a:r>
          </a:p>
          <a:p>
            <a:endParaRPr sz="1600">
              <a:solidFill>
                <a:srgbClr val="660000"/>
              </a:solidFill>
              <a:latin typeface="NotoSansSymbols"/>
              <a:ea typeface="NotoSansSymbols"/>
            </a:endParaRPr>
          </a:p>
          <a:p>
            <a:r>
              <a:rPr sz="2300">
                <a:solidFill>
                  <a:srgbClr val="00B050"/>
                </a:solidFill>
                <a:latin typeface="Times New Roman" panose="02020603050405020304"/>
                <a:ea typeface="Times New Roman" panose="02020603050405020304"/>
              </a:rPr>
              <a:t>S</a:t>
            </a:r>
            <a:r>
              <a:rPr sz="2800">
                <a:solidFill>
                  <a:srgbClr val="00B050"/>
                </a:solidFill>
                <a:latin typeface="Times New Roman" panose="02020603050405020304"/>
                <a:ea typeface="Times New Roman" panose="02020603050405020304"/>
              </a:rPr>
              <a:t>haring of data and multi-user transaction processing </a:t>
            </a:r>
            <a:r>
              <a:rPr sz="2800">
                <a:solidFill>
                  <a:schemeClr val="bg1"/>
                </a:solidFill>
                <a:latin typeface="Times New Roman" panose="02020603050405020304"/>
                <a:ea typeface="Times New Roman" panose="02020603050405020304"/>
              </a:rPr>
              <a:t>: </a:t>
            </a:r>
          </a:p>
          <a:p>
            <a:r>
              <a:rPr sz="2800">
                <a:solidFill>
                  <a:schemeClr val="bg1"/>
                </a:solidFill>
                <a:latin typeface="Times New Roman" panose="02020603050405020304"/>
                <a:ea typeface="Times New Roman" panose="02020603050405020304"/>
              </a:rPr>
              <a:t>allowing a set of concurrent users </a:t>
            </a:r>
          </a:p>
          <a:p>
            <a:r>
              <a:rPr sz="2800">
                <a:solidFill>
                  <a:schemeClr val="bg1"/>
                </a:solidFill>
                <a:latin typeface="Times New Roman" panose="02020603050405020304"/>
                <a:ea typeface="Times New Roman" panose="02020603050405020304"/>
              </a:rPr>
              <a:t>to retrieve and to update the database. </a:t>
            </a:r>
          </a:p>
          <a:p>
            <a:r>
              <a:rPr sz="2800">
                <a:solidFill>
                  <a:schemeClr val="bg1"/>
                </a:solidFill>
                <a:latin typeface="Times New Roman" panose="02020603050405020304"/>
                <a:ea typeface="Times New Roman" panose="02020603050405020304"/>
              </a:rPr>
              <a:t>Concurrency control within the DBMS </a:t>
            </a:r>
          </a:p>
          <a:p>
            <a:r>
              <a:rPr sz="2800">
                <a:solidFill>
                  <a:schemeClr val="bg1"/>
                </a:solidFill>
                <a:latin typeface="Times New Roman" panose="02020603050405020304"/>
                <a:ea typeface="Times New Roman" panose="02020603050405020304"/>
              </a:rPr>
              <a:t>guarantees that each </a:t>
            </a:r>
            <a:r>
              <a:rPr sz="2800" b="1">
                <a:solidFill>
                  <a:schemeClr val="bg1"/>
                </a:solidFill>
                <a:latin typeface="TimesNewRomanPS-BoldMT"/>
                <a:ea typeface="TimesNewRomanPS-BoldMT"/>
              </a:rPr>
              <a:t>transaction </a:t>
            </a:r>
            <a:r>
              <a:rPr sz="2800">
                <a:solidFill>
                  <a:schemeClr val="bg1"/>
                </a:solidFill>
                <a:latin typeface="Times New Roman" panose="02020603050405020304"/>
                <a:ea typeface="Times New Roman" panose="02020603050405020304"/>
              </a:rPr>
              <a:t>is correctly </a:t>
            </a:r>
          </a:p>
          <a:p>
            <a:r>
              <a:rPr sz="2800">
                <a:solidFill>
                  <a:schemeClr val="bg1"/>
                </a:solidFill>
                <a:latin typeface="Times New Roman" panose="02020603050405020304"/>
                <a:ea typeface="Times New Roman" panose="02020603050405020304"/>
              </a:rPr>
              <a:t>executed or completely aborted. OLTP </a:t>
            </a:r>
          </a:p>
          <a:p>
            <a:r>
              <a:rPr sz="2800">
                <a:solidFill>
                  <a:schemeClr val="bg1"/>
                </a:solidFill>
                <a:latin typeface="Times New Roman" panose="02020603050405020304"/>
                <a:ea typeface="Times New Roman" panose="02020603050405020304"/>
              </a:rPr>
              <a:t>(Online Transaction Processing) is a major </a:t>
            </a:r>
          </a:p>
          <a:p>
            <a:r>
              <a:rPr sz="2800">
                <a:solidFill>
                  <a:schemeClr val="bg1"/>
                </a:solidFill>
                <a:latin typeface="Times New Roman" panose="02020603050405020304"/>
                <a:ea typeface="Times New Roman" panose="02020603050405020304"/>
              </a:rPr>
              <a:t>part of database applications.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442975" y="221871"/>
            <a:ext cx="7077456" cy="1243584"/>
          </a:xfrm>
        </p:spPr>
        <p:txBody>
          <a:bodyPr/>
          <a:lstStyle/>
          <a:p>
            <a:r>
              <a:rPr lang="en-US" sz="3600" dirty="0">
                <a:solidFill>
                  <a:srgbClr val="FFFF00"/>
                </a:solidFill>
              </a:rPr>
              <a:t>Advantages of Using the </a:t>
            </a:r>
            <a:br>
              <a:rPr lang="en-US" sz="3600" dirty="0">
                <a:solidFill>
                  <a:srgbClr val="FFFF00"/>
                </a:solidFill>
              </a:rPr>
            </a:br>
            <a:r>
              <a:rPr lang="en-US" sz="3600" dirty="0">
                <a:solidFill>
                  <a:srgbClr val="FFFF00"/>
                </a:solidFill>
              </a:rPr>
              <a:t>Database Approach</a:t>
            </a:r>
          </a:p>
        </p:txBody>
      </p:sp>
      <p:sp>
        <p:nvSpPr>
          <p:cNvPr id="3" name="Subtitle 2"/>
          <p:cNvSpPr>
            <a:spLocks noGrp="1"/>
          </p:cNvSpPr>
          <p:nvPr>
            <p:ph type="subTitle" idx="1"/>
          </p:nvPr>
        </p:nvSpPr>
        <p:spPr>
          <a:xfrm>
            <a:off x="2295661" y="1616763"/>
            <a:ext cx="8409720" cy="868680"/>
          </a:xfrm>
        </p:spPr>
        <p:txBody>
          <a:bodyPr>
            <a:noAutofit/>
          </a:bodyPr>
          <a:lstStyle/>
          <a:p>
            <a:pPr marL="285750" indent="-285750">
              <a:buFont typeface="Arial" panose="020B0604020202020204" pitchFamily="34" charset="0"/>
              <a:buChar char="•"/>
            </a:pPr>
            <a:r>
              <a:rPr lang="en-US" sz="2000" dirty="0"/>
              <a:t>Controlling redundancy in data storage and in development and maintenance efforts. </a:t>
            </a:r>
          </a:p>
          <a:p>
            <a:pPr marL="285750" indent="-285750">
              <a:buFont typeface="Arial" panose="020B0604020202020204" pitchFamily="34" charset="0"/>
              <a:buChar char="•"/>
            </a:pPr>
            <a:r>
              <a:rPr lang="en-US" sz="2000" dirty="0"/>
              <a:t>Sharing of data among multiple users. </a:t>
            </a:r>
          </a:p>
          <a:p>
            <a:pPr marL="285750" indent="-285750">
              <a:buFont typeface="Arial" panose="020B0604020202020204" pitchFamily="34" charset="0"/>
              <a:buChar char="•"/>
            </a:pPr>
            <a:r>
              <a:rPr lang="en-US" sz="2000" dirty="0"/>
              <a:t>Restricting unauthorized access to data. </a:t>
            </a:r>
          </a:p>
          <a:p>
            <a:pPr marL="285750" indent="-285750">
              <a:buFont typeface="Arial" panose="020B0604020202020204" pitchFamily="34" charset="0"/>
              <a:buChar char="•"/>
            </a:pPr>
            <a:r>
              <a:rPr lang="en-US" sz="2000" dirty="0"/>
              <a:t>Providing persistent storage for program Objects </a:t>
            </a:r>
          </a:p>
          <a:p>
            <a:pPr marL="285750" indent="-285750">
              <a:buFont typeface="Arial" panose="020B0604020202020204" pitchFamily="34" charset="0"/>
              <a:buChar char="•"/>
            </a:pPr>
            <a:r>
              <a:rPr lang="en-US" sz="2000" dirty="0"/>
              <a:t>Providing Storage Structures for efficient Query Processing</a:t>
            </a:r>
          </a:p>
          <a:p>
            <a:pPr marL="285750" indent="-285750">
              <a:buFont typeface="Arial" panose="020B0604020202020204" pitchFamily="34" charset="0"/>
              <a:buChar char="•"/>
            </a:pPr>
            <a:r>
              <a:rPr lang="en-US" sz="2000" dirty="0"/>
              <a:t>Providing backup and recovery services. </a:t>
            </a:r>
          </a:p>
          <a:p>
            <a:pPr marL="285750" indent="-285750">
              <a:buFont typeface="Arial" panose="020B0604020202020204" pitchFamily="34" charset="0"/>
              <a:buChar char="•"/>
            </a:pPr>
            <a:r>
              <a:rPr lang="en-US" sz="2000" dirty="0"/>
              <a:t>Providing multiple interfaces to different classes of users. </a:t>
            </a:r>
          </a:p>
          <a:p>
            <a:pPr marL="285750" indent="-285750">
              <a:buFont typeface="Arial" panose="020B0604020202020204" pitchFamily="34" charset="0"/>
              <a:buChar char="•"/>
            </a:pPr>
            <a:r>
              <a:rPr lang="en-US" sz="2000" dirty="0"/>
              <a:t>Representing complex relationships among data. </a:t>
            </a:r>
          </a:p>
          <a:p>
            <a:pPr marL="285750" indent="-285750">
              <a:buFont typeface="Arial" panose="020B0604020202020204" pitchFamily="34" charset="0"/>
              <a:buChar char="•"/>
            </a:pPr>
            <a:r>
              <a:rPr lang="en-US" sz="2000" dirty="0"/>
              <a:t>Enforcing integrity constraints on the database. </a:t>
            </a:r>
          </a:p>
          <a:p>
            <a:pPr marL="285750" indent="-285750">
              <a:buFont typeface="Arial" panose="020B0604020202020204" pitchFamily="34" charset="0"/>
              <a:buChar char="•"/>
            </a:pPr>
            <a:r>
              <a:rPr lang="en-US" sz="2000" dirty="0"/>
              <a:t>Drawing Inferences and Actions using rule</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4500" y="542925"/>
            <a:ext cx="11214100" cy="535531"/>
          </a:xfrm>
        </p:spPr>
        <p:txBody>
          <a:bodyPr/>
          <a:lstStyle/>
          <a:p>
            <a:r>
              <a:rPr lang="en-US" dirty="0"/>
              <a:t>When not to use a DBMS</a:t>
            </a:r>
          </a:p>
        </p:txBody>
      </p:sp>
      <p:sp>
        <p:nvSpPr>
          <p:cNvPr id="3" name="Slide Number Placeholder 2"/>
          <p:cNvSpPr>
            <a:spLocks noGrp="1"/>
          </p:cNvSpPr>
          <p:nvPr>
            <p:ph type="sldNum" sz="quarter" idx="12"/>
          </p:nvPr>
        </p:nvSpPr>
        <p:spPr/>
        <p:txBody>
          <a:bodyPr/>
          <a:lstStyle/>
          <a:p>
            <a:fld id="{C263D6C4-4840-40CC-AC84-17E24B3B7BDE}" type="slidenum">
              <a:rPr lang="en-US" noProof="0" smtClean="0"/>
              <a:t>32</a:t>
            </a:fld>
            <a:endParaRPr lang="en-US" noProof="0" dirty="0"/>
          </a:p>
        </p:txBody>
      </p:sp>
      <p:sp>
        <p:nvSpPr>
          <p:cNvPr id="5" name="TextBox 4"/>
          <p:cNvSpPr txBox="1"/>
          <p:nvPr/>
        </p:nvSpPr>
        <p:spPr>
          <a:xfrm>
            <a:off x="715993" y="1173192"/>
            <a:ext cx="10942607" cy="5355312"/>
          </a:xfrm>
          <a:prstGeom prst="rect">
            <a:avLst/>
          </a:prstGeom>
          <a:noFill/>
        </p:spPr>
        <p:txBody>
          <a:bodyPr wrap="square" rtlCol="0">
            <a:spAutoFit/>
          </a:bodyPr>
          <a:lstStyle/>
          <a:p>
            <a:r>
              <a:rPr lang="en-US" b="1" u="sng" dirty="0"/>
              <a:t>Main costs of using a DBMS </a:t>
            </a:r>
            <a:endParaRPr lang="en-US" u="sng" dirty="0"/>
          </a:p>
          <a:p>
            <a:r>
              <a:rPr lang="en-US" dirty="0"/>
              <a:t>High initial investment and possible need for additional hardware. </a:t>
            </a:r>
          </a:p>
          <a:p>
            <a:r>
              <a:rPr lang="en-US" dirty="0"/>
              <a:t>Overhead for providing generality, security, concurrency control, </a:t>
            </a:r>
          </a:p>
          <a:p>
            <a:r>
              <a:rPr lang="en-US" dirty="0"/>
              <a:t>recovery, and integrity functions. </a:t>
            </a:r>
          </a:p>
          <a:p>
            <a:endParaRPr lang="en-US" dirty="0"/>
          </a:p>
          <a:p>
            <a:r>
              <a:rPr lang="en-US" b="1" u="sng" dirty="0"/>
              <a:t>When is a DBMS may be unnecessary? </a:t>
            </a:r>
            <a:endParaRPr lang="en-US" u="sng" dirty="0"/>
          </a:p>
          <a:p>
            <a:r>
              <a:rPr lang="en-US" dirty="0"/>
              <a:t>If the database and applications are simple, well defined, and not </a:t>
            </a:r>
          </a:p>
          <a:p>
            <a:r>
              <a:rPr lang="en-US" dirty="0"/>
              <a:t>expected to change </a:t>
            </a:r>
          </a:p>
          <a:p>
            <a:r>
              <a:rPr lang="en-US" dirty="0"/>
              <a:t>If there are stringent real-time requirements that may not be met </a:t>
            </a:r>
          </a:p>
          <a:p>
            <a:r>
              <a:rPr lang="en-US" dirty="0"/>
              <a:t>because of DBMS overhead </a:t>
            </a:r>
          </a:p>
          <a:p>
            <a:r>
              <a:rPr lang="en-US" dirty="0"/>
              <a:t>If access to data by multiple users is not required </a:t>
            </a:r>
          </a:p>
          <a:p>
            <a:endParaRPr lang="en-US" dirty="0"/>
          </a:p>
          <a:p>
            <a:r>
              <a:rPr lang="en-US" b="1" u="sng" dirty="0"/>
              <a:t>When is no DBMS may suffice? </a:t>
            </a:r>
            <a:endParaRPr lang="en-US" u="sng" dirty="0"/>
          </a:p>
          <a:p>
            <a:endParaRPr lang="en-US" dirty="0"/>
          </a:p>
          <a:p>
            <a:r>
              <a:rPr lang="en-US" dirty="0"/>
              <a:t>If the database system is not able to handle the complexity of data </a:t>
            </a:r>
          </a:p>
          <a:p>
            <a:r>
              <a:rPr lang="en-US" dirty="0"/>
              <a:t>because of modeling limitations </a:t>
            </a:r>
          </a:p>
          <a:p>
            <a:endParaRPr lang="en-US" dirty="0"/>
          </a:p>
          <a:p>
            <a:r>
              <a:rPr lang="en-US" dirty="0"/>
              <a:t>If the database users need special operations not supported by the </a:t>
            </a:r>
          </a:p>
          <a:p>
            <a:r>
              <a:rPr lang="en-US" dirty="0"/>
              <a:t>DBMS</a:t>
            </a:r>
          </a:p>
        </p:txBody>
      </p:sp>
    </p:spTree>
  </p:cSld>
  <p:clrMapOvr>
    <a:masterClrMapping/>
  </p:clrMapOvr>
</p:sld>
</file>

<file path=ppt/theme/theme1.xml><?xml version="1.0" encoding="utf-8"?>
<a:theme xmlns:a="http://schemas.openxmlformats.org/drawingml/2006/main" name="Office Theme">
  <a:themeElements>
    <a:clrScheme name="Custom 12">
      <a:dk1>
        <a:srgbClr val="000000"/>
      </a:dk1>
      <a:lt1>
        <a:srgbClr val="FFFFFF"/>
      </a:lt1>
      <a:dk2>
        <a:srgbClr val="6D6E71"/>
      </a:dk2>
      <a:lt2>
        <a:srgbClr val="58595B"/>
      </a:lt2>
      <a:accent1>
        <a:srgbClr val="0065A4"/>
      </a:accent1>
      <a:accent2>
        <a:srgbClr val="47C3D3"/>
      </a:accent2>
      <a:accent3>
        <a:srgbClr val="8F2D63"/>
      </a:accent3>
      <a:accent4>
        <a:srgbClr val="1A6871"/>
      </a:accent4>
      <a:accent5>
        <a:srgbClr val="0C4360"/>
      </a:accent5>
      <a:accent6>
        <a:srgbClr val="F47735"/>
      </a:accent6>
      <a:hlink>
        <a:srgbClr val="00559A"/>
      </a:hlink>
      <a:folHlink>
        <a:srgbClr val="595851"/>
      </a:folHlink>
    </a:clrScheme>
    <a:fontScheme name="Custom 3">
      <a:majorFont>
        <a:latin typeface="Trebuchet MS"/>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B26E0C9-B2AA-42E6-97B6-E1B7D9EAF129}">
  <ds:schemaRefs/>
</ds:datastoreItem>
</file>

<file path=customXml/itemProps2.xml><?xml version="1.0" encoding="utf-8"?>
<ds:datastoreItem xmlns:ds="http://schemas.openxmlformats.org/officeDocument/2006/customXml" ds:itemID="{F5757914-1161-4661-9696-421FD6935CDD}">
  <ds:schemaRefs/>
</ds:datastoreItem>
</file>

<file path=customXml/itemProps3.xml><?xml version="1.0" encoding="utf-8"?>
<ds:datastoreItem xmlns:ds="http://schemas.openxmlformats.org/officeDocument/2006/customXml" ds:itemID="{4C103400-4A22-4E35-B588-4C4D42638959}">
  <ds:schemaRefs/>
</ds:datastoreItem>
</file>

<file path=docProps/app.xml><?xml version="1.0" encoding="utf-8"?>
<Properties xmlns="http://schemas.openxmlformats.org/officeDocument/2006/extended-properties" xmlns:vt="http://schemas.openxmlformats.org/officeDocument/2006/docPropsVTypes">
  <Template>Modern blue presentation</Template>
  <TotalTime>0</TotalTime>
  <Words>1821</Words>
  <Application>Microsoft Office PowerPoint</Application>
  <PresentationFormat>Widescreen</PresentationFormat>
  <Paragraphs>348</Paragraphs>
  <Slides>32</Slides>
  <Notes>8</Notes>
  <HiddenSlides>0</HiddenSlides>
  <MMClips>0</MMClips>
  <ScaleCrop>false</ScaleCrop>
  <HeadingPairs>
    <vt:vector size="8" baseType="variant">
      <vt:variant>
        <vt:lpstr>Fonts Used</vt:lpstr>
      </vt:variant>
      <vt:variant>
        <vt:i4>15</vt:i4>
      </vt:variant>
      <vt:variant>
        <vt:lpstr>Theme</vt:lpstr>
      </vt:variant>
      <vt:variant>
        <vt:i4>1</vt:i4>
      </vt:variant>
      <vt:variant>
        <vt:lpstr>Embedded OLE Servers</vt:lpstr>
      </vt:variant>
      <vt:variant>
        <vt:i4>1</vt:i4>
      </vt:variant>
      <vt:variant>
        <vt:lpstr>Slide Titles</vt:lpstr>
      </vt:variant>
      <vt:variant>
        <vt:i4>32</vt:i4>
      </vt:variant>
    </vt:vector>
  </HeadingPairs>
  <TitlesOfParts>
    <vt:vector size="49" baseType="lpstr">
      <vt:lpstr>Arial</vt:lpstr>
      <vt:lpstr>Calibri</vt:lpstr>
      <vt:lpstr>Comic Sans MS</vt:lpstr>
      <vt:lpstr>Courier New</vt:lpstr>
      <vt:lpstr>Garamond</vt:lpstr>
      <vt:lpstr>Monotype Sorts</vt:lpstr>
      <vt:lpstr>NotoSansSymbols</vt:lpstr>
      <vt:lpstr>Symbol</vt:lpstr>
      <vt:lpstr>Tahoma</vt:lpstr>
      <vt:lpstr>Times</vt:lpstr>
      <vt:lpstr>Times New Roman</vt:lpstr>
      <vt:lpstr>TimesNewRomanPS-BoldMT</vt:lpstr>
      <vt:lpstr>Trade Gothic LT Pro</vt:lpstr>
      <vt:lpstr>Trebuchet MS</vt:lpstr>
      <vt:lpstr>Wingdings</vt:lpstr>
      <vt:lpstr>Office Theme</vt:lpstr>
      <vt:lpstr>Clip</vt:lpstr>
      <vt:lpstr>Database Management  Systems</vt:lpstr>
      <vt:lpstr>  Assessment &amp; Weighting   </vt:lpstr>
      <vt:lpstr>Outline Syllabus</vt:lpstr>
      <vt:lpstr>Lesson 1 - Introduction</vt:lpstr>
      <vt:lpstr>Data ,information &amp; processing</vt:lpstr>
      <vt:lpstr>What is Data?</vt:lpstr>
      <vt:lpstr>What is Information?</vt:lpstr>
      <vt:lpstr>Data vs. Information</vt:lpstr>
      <vt:lpstr>DATABASE</vt:lpstr>
      <vt:lpstr>Types of Databases</vt:lpstr>
      <vt:lpstr>Problem in file based system</vt:lpstr>
      <vt:lpstr>File Based Processing</vt:lpstr>
      <vt:lpstr>File Based Processing</vt:lpstr>
      <vt:lpstr>File Based Processing</vt:lpstr>
      <vt:lpstr>Solution is  DBMS</vt:lpstr>
      <vt:lpstr>Why  DBMS? </vt:lpstr>
      <vt:lpstr>What is a Database System? </vt:lpstr>
      <vt:lpstr>History of Database Systems</vt:lpstr>
      <vt:lpstr>History (cont.)</vt:lpstr>
      <vt:lpstr>Common Uses of Databases</vt:lpstr>
      <vt:lpstr>PowerPoint Presentation</vt:lpstr>
      <vt:lpstr>PowerPoint Presentation</vt:lpstr>
      <vt:lpstr>PowerPoint Presentation</vt:lpstr>
      <vt:lpstr>Components of DBMS Environment</vt:lpstr>
      <vt:lpstr>Components of DBMS Environment</vt:lpstr>
      <vt:lpstr>Components of DBMS Environment</vt:lpstr>
      <vt:lpstr>Main Characteristics of the Database Approach</vt:lpstr>
      <vt:lpstr>PowerPoint Presentation</vt:lpstr>
      <vt:lpstr>PowerPoint Presentation</vt:lpstr>
      <vt:lpstr>PowerPoint Presentation</vt:lpstr>
      <vt:lpstr>Advantages of Using the  Database Approach</vt:lpstr>
      <vt:lpstr>When not to use a DBMS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2</cp:revision>
  <dcterms:created xsi:type="dcterms:W3CDTF">2025-05-30T12:36:00Z</dcterms:created>
  <dcterms:modified xsi:type="dcterms:W3CDTF">2025-06-12T08:49:12Z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ICV">
    <vt:lpwstr>6D3FDB36251041C1BD2A27BF39D31EE1_12</vt:lpwstr>
  </property>
  <property fmtid="{D5CDD505-2E9C-101B-9397-08002B2CF9AE}" pid="4" name="KSOProductBuildVer">
    <vt:lpwstr>1033-12.2.0.21179</vt:lpwstr>
  </property>
</Properties>
</file>