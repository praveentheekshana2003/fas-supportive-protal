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3" r:id="rId5"/>
    <p:sldId id="275" r:id="rId6"/>
    <p:sldId id="261" r:id="rId7"/>
    <p:sldId id="262" r:id="rId8"/>
    <p:sldId id="276" r:id="rId9"/>
    <p:sldId id="264" r:id="rId10"/>
    <p:sldId id="265" r:id="rId11"/>
    <p:sldId id="278" r:id="rId12"/>
    <p:sldId id="266" r:id="rId13"/>
    <p:sldId id="267" r:id="rId14"/>
    <p:sldId id="268" r:id="rId15"/>
    <p:sldId id="269" r:id="rId16"/>
    <p:sldId id="270" r:id="rId17"/>
    <p:sldId id="271" r:id="rId18"/>
    <p:sldId id="260" r:id="rId19"/>
    <p:sldId id="272" r:id="rId20"/>
    <p:sldId id="273" r:id="rId21"/>
    <p:sldId id="274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CD"/>
    <a:srgbClr val="2D8CFF"/>
    <a:srgbClr val="9189FF"/>
    <a:srgbClr val="FFF533"/>
    <a:srgbClr val="CB8E3D"/>
    <a:srgbClr val="EAB05C"/>
    <a:srgbClr val="FF6DEA"/>
    <a:srgbClr val="DD87A6"/>
    <a:srgbClr val="BA2D1C"/>
    <a:srgbClr val="FF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516" y="-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28720" y="2750533"/>
            <a:ext cx="6558080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7565" y="4277583"/>
            <a:ext cx="6535098" cy="763524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1095012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9254"/>
            <a:ext cx="8229600" cy="3264448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719" y="162200"/>
            <a:ext cx="6548801" cy="903587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19" y="1104507"/>
            <a:ext cx="6548801" cy="3658289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08" y="102393"/>
            <a:ext cx="8075311" cy="1066189"/>
          </a:xfrm>
        </p:spPr>
        <p:txBody>
          <a:bodyPr>
            <a:normAutofit/>
          </a:bodyPr>
          <a:lstStyle>
            <a:lvl1pPr algn="r">
              <a:defRPr sz="3600" u="none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8" y="1544993"/>
            <a:ext cx="4040188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13636"/>
            <a:ext cx="4035120" cy="2427818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544992"/>
            <a:ext cx="4041775" cy="56864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13635"/>
            <a:ext cx="4041775" cy="2427819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=""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COM1201-Fundermentals of Program design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programming paradigm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Sub 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programming paradigm</a:t>
            </a:r>
          </a:p>
          <a:p>
            <a:r>
              <a:rPr lang="en-US" dirty="0" smtClean="0"/>
              <a:t>Categories of Program paradigm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Program paradigm?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programming paradigm</a:t>
            </a:r>
            <a:r>
              <a:rPr lang="en-US" dirty="0"/>
              <a:t> refers to a style or approach to programming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It provides a methodology and structure for solving problems using </a:t>
            </a:r>
            <a:r>
              <a:rPr lang="en-US" dirty="0" smtClean="0"/>
              <a:t>a programming </a:t>
            </a:r>
            <a:r>
              <a:rPr lang="en-US" dirty="0"/>
              <a:t>language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7297" y="162200"/>
            <a:ext cx="8991835" cy="470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3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programming </a:t>
            </a:r>
            <a:r>
              <a:rPr lang="en-US" dirty="0" smtClean="0"/>
              <a:t>paradigms??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Choosing the Right Approach for a </a:t>
            </a:r>
            <a:r>
              <a:rPr lang="en-US" dirty="0" smtClean="0"/>
              <a:t>Problem</a:t>
            </a:r>
          </a:p>
          <a:p>
            <a:r>
              <a:rPr lang="en-US" dirty="0"/>
              <a:t>Efficient Problem </a:t>
            </a:r>
            <a:r>
              <a:rPr lang="en-US" dirty="0" smtClean="0"/>
              <a:t>Solving</a:t>
            </a:r>
          </a:p>
          <a:p>
            <a:r>
              <a:rPr lang="en-US" dirty="0"/>
              <a:t>Better Code Organization and </a:t>
            </a:r>
            <a:r>
              <a:rPr lang="en-US" dirty="0" smtClean="0"/>
              <a:t>Maintainability</a:t>
            </a:r>
          </a:p>
          <a:p>
            <a:r>
              <a:rPr lang="en-US" dirty="0"/>
              <a:t>Adaptability Across Multiple </a:t>
            </a:r>
            <a:r>
              <a:rPr lang="en-US" dirty="0" smtClean="0"/>
              <a:t>Languages</a:t>
            </a:r>
          </a:p>
          <a:p>
            <a:r>
              <a:rPr lang="en-US" dirty="0"/>
              <a:t>Improves </a:t>
            </a:r>
            <a:r>
              <a:rPr lang="en-US" dirty="0" smtClean="0"/>
              <a:t>Collaboration</a:t>
            </a:r>
          </a:p>
          <a:p>
            <a:r>
              <a:rPr lang="en-US" dirty="0"/>
              <a:t>Boosts Learning New </a:t>
            </a:r>
            <a:r>
              <a:rPr lang="en-US" dirty="0" smtClean="0"/>
              <a:t>Languages</a:t>
            </a:r>
          </a:p>
          <a:p>
            <a:r>
              <a:rPr lang="en-US" dirty="0"/>
              <a:t>Promotes Innovation</a:t>
            </a:r>
          </a:p>
        </p:txBody>
      </p:sp>
    </p:spTree>
    <p:extLst>
      <p:ext uri="{BB962C8B-B14F-4D97-AF65-F5344CB8AC3E}">
        <p14:creationId xmlns:p14="http://schemas.microsoft.com/office/powerpoint/2010/main" val="197467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915" y="162200"/>
            <a:ext cx="8075605" cy="48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1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Imperative programming </a:t>
            </a:r>
            <a:r>
              <a:rPr lang="en-US" b="1" dirty="0" smtClean="0"/>
              <a:t>paradigm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 </a:t>
            </a:r>
            <a:r>
              <a:rPr lang="en-US" dirty="0" smtClean="0"/>
              <a:t>T</a:t>
            </a:r>
            <a:r>
              <a:rPr lang="en-US" dirty="0" smtClean="0"/>
              <a:t>he </a:t>
            </a:r>
            <a:r>
              <a:rPr lang="en-US" b="1" dirty="0"/>
              <a:t>imperative programming paradigm</a:t>
            </a:r>
            <a:r>
              <a:rPr lang="en-US" dirty="0"/>
              <a:t> is a style of programming where the developer writes sequences of instructions that explicitly tell the computer </a:t>
            </a:r>
            <a:r>
              <a:rPr lang="en-US" i="1" dirty="0"/>
              <a:t>how</a:t>
            </a:r>
            <a:r>
              <a:rPr lang="en-US" dirty="0"/>
              <a:t> to perform tasks.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focuses on changing a program's state through statements that modify variables, control flow, and memory.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77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Step-by-Step Instructions: Specifies exact steps to solve a problem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State </a:t>
            </a:r>
            <a:r>
              <a:rPr lang="en-US" dirty="0"/>
              <a:t>Changes: Program state changes through variable updates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Control </a:t>
            </a:r>
            <a:r>
              <a:rPr lang="en-US" dirty="0"/>
              <a:t>Structures: Uses loops (for, while), conditionals (if-else), and functions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Command-Driven</a:t>
            </a:r>
            <a:r>
              <a:rPr lang="en-US" dirty="0"/>
              <a:t>: Commands are executed in a specific sequence.</a:t>
            </a:r>
          </a:p>
        </p:txBody>
      </p:sp>
    </p:spTree>
    <p:extLst>
      <p:ext uri="{BB962C8B-B14F-4D97-AF65-F5344CB8AC3E}">
        <p14:creationId xmlns:p14="http://schemas.microsoft.com/office/powerpoint/2010/main" val="398329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Procedural programming paradigm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Procedural Programming Paradigm</a:t>
            </a:r>
            <a:r>
              <a:rPr lang="en-US" dirty="0"/>
              <a:t> is a subset of the </a:t>
            </a:r>
            <a:r>
              <a:rPr lang="en-US" b="1" dirty="0"/>
              <a:t>Imperative Paradigm</a:t>
            </a:r>
            <a:r>
              <a:rPr lang="en-US" dirty="0"/>
              <a:t>. It organizes code into reusable blocks called </a:t>
            </a:r>
            <a:r>
              <a:rPr lang="en-US" b="1" dirty="0"/>
              <a:t>procedures</a:t>
            </a:r>
            <a:r>
              <a:rPr lang="en-US" dirty="0"/>
              <a:t> or </a:t>
            </a:r>
            <a:r>
              <a:rPr lang="en-US" b="1" dirty="0"/>
              <a:t>functions</a:t>
            </a:r>
            <a:r>
              <a:rPr lang="en-US" dirty="0"/>
              <a:t>, making programs easier to manage, understand, and modify.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Examples of Procedural programming paradigm:</a:t>
            </a:r>
          </a:p>
          <a:p>
            <a:r>
              <a:rPr lang="en-US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C 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: developed by Dennis Ritchie and Ken Thompson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C++ : developed by Bjarne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Stroustrup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Java : developed by James Gosling at Sun Microsystems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ColdFusion : developed by J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J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Allaire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Pascal : developed by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Niklaus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Wirth </a:t>
            </a:r>
          </a:p>
        </p:txBody>
      </p:sp>
    </p:spTree>
    <p:extLst>
      <p:ext uri="{BB962C8B-B14F-4D97-AF65-F5344CB8AC3E}">
        <p14:creationId xmlns:p14="http://schemas.microsoft.com/office/powerpoint/2010/main" val="181984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 oriented programming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 fontAlgn="base"/>
            <a:r>
              <a:rPr lang="en-US" dirty="0"/>
              <a:t/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Object-Oriented Programming (OOP)</a:t>
            </a:r>
            <a:r>
              <a:rPr lang="en-US" dirty="0"/>
              <a:t> paradigm is a programming approach that models real-world entities using </a:t>
            </a:r>
            <a:r>
              <a:rPr lang="en-US" b="1" dirty="0"/>
              <a:t>objects</a:t>
            </a:r>
            <a:r>
              <a:rPr lang="en-US" dirty="0"/>
              <a:t>. It emphasizes </a:t>
            </a:r>
            <a:r>
              <a:rPr lang="en-US" dirty="0" smtClean="0"/>
              <a:t>organizing code </a:t>
            </a:r>
            <a:r>
              <a:rPr lang="en-US" dirty="0"/>
              <a:t>into </a:t>
            </a:r>
            <a:r>
              <a:rPr lang="en-US" b="1" dirty="0"/>
              <a:t>classes</a:t>
            </a:r>
            <a:r>
              <a:rPr lang="en-US" dirty="0"/>
              <a:t> and </a:t>
            </a:r>
            <a:r>
              <a:rPr lang="en-US" b="1" dirty="0"/>
              <a:t>objects</a:t>
            </a:r>
            <a:r>
              <a:rPr lang="en-US" dirty="0"/>
              <a:t> to promote modularity, reusability, and scalability</a:t>
            </a:r>
            <a:r>
              <a:rPr lang="en-US" dirty="0" smtClean="0"/>
              <a:t>.</a:t>
            </a:r>
          </a:p>
          <a:p>
            <a:pPr marL="0" indent="0" algn="just" fontAlgn="base">
              <a:buNone/>
            </a:pPr>
            <a:r>
              <a:rPr lang="en-US" b="1" dirty="0" smtClean="0"/>
              <a:t>Advantages</a:t>
            </a:r>
            <a:r>
              <a:rPr lang="en-US" b="1" dirty="0"/>
              <a:t>: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Data security</a:t>
            </a:r>
          </a:p>
          <a:p>
            <a:pPr fontAlgn="base"/>
            <a:r>
              <a:rPr lang="en-US" dirty="0"/>
              <a:t>Inheritance</a:t>
            </a:r>
          </a:p>
          <a:p>
            <a:pPr fontAlgn="base"/>
            <a:r>
              <a:rPr lang="en-US" dirty="0"/>
              <a:t>Code reusability</a:t>
            </a:r>
          </a:p>
          <a:p>
            <a:pPr fontAlgn="base"/>
            <a:r>
              <a:rPr lang="en-US" dirty="0"/>
              <a:t>Flexible and abstraction is also present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95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261" y="162200"/>
            <a:ext cx="8381260" cy="42438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3" y="502265"/>
            <a:ext cx="8551182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blueprint for creating objects.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attributes (data) and methods (functions).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Student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Employee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instance of a class.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Represents a specific entity with defined properties and behaviors.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Bundling data and methods into a single unit (class).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 data by restricting direct access (using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private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a class (child) to inherit properties and behaviors from another class (parent).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code reuse and hierarchical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ability to process objects differently based on their data type or class.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through method overloading and overriding.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Abstraction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Hides complex implementation details and shows only the essential features.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Simplifies user interaction with objects.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35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Examples of </a:t>
            </a:r>
            <a:r>
              <a:rPr lang="en-US" alt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Object Oriented</a:t>
            </a:r>
            <a:r>
              <a:rPr lang="en-US" altLang="en-US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programming paradigm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128719" y="1531067"/>
            <a:ext cx="610820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Simula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: first OOP language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: developed by James Gosling at Sun Microsystems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: developed by Bjarne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Stroustrup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Objective-C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: designed by Brad Cox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Visual Basic .NET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: developed by Microsoft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Python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: developed by Guido van Rossum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Ruby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: developed by Yukihiro Matsumoto 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Smalltalk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: developed by Alan Kay, Dan Ingalls, Adele Goldberg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03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Parallel processing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Parallel processing is the processing of program instructions by dividing them among multiple processors.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parallel processing system posses many numbers of processor with the objective of running a program in less time by dividing them. </a:t>
            </a:r>
            <a:r>
              <a:rPr lang="en-US" dirty="0" smtClean="0"/>
              <a:t>C/C</a:t>
            </a:r>
            <a:r>
              <a:rPr lang="en-US" dirty="0"/>
              <a:t>++ also supports because of some library function.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2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Declarative programming </a:t>
            </a:r>
            <a:r>
              <a:rPr lang="en-US" b="1" dirty="0" smtClean="0">
                <a:effectLst/>
              </a:rPr>
              <a:t>paradigm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divided as Logic, Functional, Database.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computer science the </a:t>
            </a:r>
            <a:r>
              <a:rPr lang="en-US" i="1" dirty="0"/>
              <a:t>declarative programming</a:t>
            </a:r>
            <a:r>
              <a:rPr lang="en-US" dirty="0"/>
              <a:t> is a style of building programs that expresses logic of computation without talking about its control flow. </a:t>
            </a:r>
          </a:p>
        </p:txBody>
      </p:sp>
    </p:spTree>
    <p:extLst>
      <p:ext uri="{BB962C8B-B14F-4D97-AF65-F5344CB8AC3E}">
        <p14:creationId xmlns:p14="http://schemas.microsoft.com/office/powerpoint/2010/main" val="44268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Logic programming paradigms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It can be termed as abstract model of computation. It would solve logical problems like puzzles, series etc. In logic </a:t>
            </a:r>
            <a:r>
              <a:rPr lang="en-US" dirty="0" smtClean="0"/>
              <a:t>p</a:t>
            </a:r>
            <a:r>
              <a:rPr lang="en-US" dirty="0"/>
              <a:t>rogramming we have a knowledge base </a:t>
            </a:r>
            <a:r>
              <a:rPr lang="en-US" dirty="0" smtClean="0"/>
              <a:t> </a:t>
            </a:r>
            <a:r>
              <a:rPr lang="en-US" dirty="0"/>
              <a:t> which we know before and along with the question and knowledge base which is given to </a:t>
            </a:r>
            <a:r>
              <a:rPr lang="en-US" dirty="0" smtClean="0"/>
              <a:t>machine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1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Functional programming paradigms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The functional programming paradigms has its roots in mathematics and it is language independent. The key principle of this paradigms is the execution of series of mathematical functions.</a:t>
            </a:r>
          </a:p>
        </p:txBody>
      </p:sp>
    </p:spTree>
    <p:extLst>
      <p:ext uri="{BB962C8B-B14F-4D97-AF65-F5344CB8AC3E}">
        <p14:creationId xmlns:p14="http://schemas.microsoft.com/office/powerpoint/2010/main" val="371680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Database/Data driven programming approach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This programming methodology is based on data and its movement. Program statements are defined by data rather than hard-coding a series of steps.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database program is the heart of a business information system and provides file creation, data entry, update, query and reporting functions. </a:t>
            </a:r>
          </a:p>
        </p:txBody>
      </p:sp>
    </p:spTree>
    <p:extLst>
      <p:ext uri="{BB962C8B-B14F-4D97-AF65-F5344CB8AC3E}">
        <p14:creationId xmlns:p14="http://schemas.microsoft.com/office/powerpoint/2010/main" val="176871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questions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List differences </a:t>
            </a:r>
            <a:r>
              <a:rPr lang="en-US" dirty="0"/>
              <a:t>between procedural and object-oriented programming</a:t>
            </a:r>
            <a:r>
              <a:rPr lang="en-US" dirty="0" smtClean="0"/>
              <a:t>.</a:t>
            </a:r>
          </a:p>
          <a:p>
            <a:r>
              <a:rPr lang="en-US" dirty="0"/>
              <a:t>Difference between Functional Programming and Object Oriented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670" y="128470"/>
            <a:ext cx="7607692" cy="483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54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670" y="139333"/>
            <a:ext cx="7482545" cy="481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3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2419045"/>
            <a:ext cx="8229600" cy="1095012"/>
          </a:xfrm>
        </p:spPr>
        <p:txBody>
          <a:bodyPr/>
          <a:lstStyle/>
          <a:p>
            <a:pPr algn="ctr"/>
            <a:r>
              <a:rPr lang="en-US" dirty="0" smtClean="0"/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37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Office PowerPoint</Application>
  <PresentationFormat>On-screen Show (16:9)</PresentationFormat>
  <Paragraphs>84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 Unicode MS</vt:lpstr>
      <vt:lpstr>Arial</vt:lpstr>
      <vt:lpstr>Calibri</vt:lpstr>
      <vt:lpstr>Consolas</vt:lpstr>
      <vt:lpstr>Office Theme</vt:lpstr>
      <vt:lpstr>COM1201-Fundermentals of Program design </vt:lpstr>
      <vt:lpstr>Sub Topics</vt:lpstr>
      <vt:lpstr>Program paradigm?</vt:lpstr>
      <vt:lpstr>PowerPoint Presentation</vt:lpstr>
      <vt:lpstr>Why programming paradigms??</vt:lpstr>
      <vt:lpstr>PowerPoint Presentation</vt:lpstr>
      <vt:lpstr>Imperative programming paradigm</vt:lpstr>
      <vt:lpstr>Key Characteristics</vt:lpstr>
      <vt:lpstr>Procedural programming paradigm </vt:lpstr>
      <vt:lpstr>Object oriented programming </vt:lpstr>
      <vt:lpstr>Key concepts</vt:lpstr>
      <vt:lpstr>Examples of Object Oriented programming paradigm</vt:lpstr>
      <vt:lpstr>Parallel processing approach</vt:lpstr>
      <vt:lpstr>Declarative programming paradigm</vt:lpstr>
      <vt:lpstr>Logic programming paradigms</vt:lpstr>
      <vt:lpstr>Functional programming paradigms</vt:lpstr>
      <vt:lpstr>Database/Data driven programming approach </vt:lpstr>
      <vt:lpstr>Review questions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2025-01-15T11:00:56Z</dcterms:modified>
</cp:coreProperties>
</file>