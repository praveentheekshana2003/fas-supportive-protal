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81" r:id="rId3"/>
    <p:sldId id="282" r:id="rId4"/>
    <p:sldId id="331" r:id="rId5"/>
    <p:sldId id="283" r:id="rId6"/>
    <p:sldId id="284" r:id="rId7"/>
    <p:sldId id="332" r:id="rId8"/>
    <p:sldId id="285" r:id="rId9"/>
    <p:sldId id="286" r:id="rId10"/>
    <p:sldId id="287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73913" autoAdjust="0"/>
  </p:normalViewPr>
  <p:slideViewPr>
    <p:cSldViewPr>
      <p:cViewPr>
        <p:scale>
          <a:sx n="64" d="100"/>
          <a:sy n="64" d="100"/>
        </p:scale>
        <p:origin x="-1554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9F9D6-525A-49B7-8B71-29932B27C21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FCD54-E115-4ED1-9227-092E76F0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0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13/10/2020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124744"/>
            <a:ext cx="7560840" cy="2664296"/>
          </a:xfrm>
        </p:spPr>
        <p:txBody>
          <a:bodyPr/>
          <a:lstStyle/>
          <a:p>
            <a:pPr eaLnBrk="1" hangingPunct="1">
              <a:defRPr/>
            </a:pPr>
            <a:r>
              <a:rPr lang="en-US" b="1" i="1" dirty="0" smtClean="0">
                <a:solidFill>
                  <a:srgbClr val="FF0000"/>
                </a:solidFill>
                <a:effectLst/>
              </a:rPr>
              <a:t>Communities and</a:t>
            </a:r>
            <a:br>
              <a:rPr lang="en-US" b="1" i="1" dirty="0" smtClean="0">
                <a:solidFill>
                  <a:srgbClr val="FF0000"/>
                </a:solidFill>
                <a:effectLst/>
              </a:rPr>
            </a:br>
            <a:r>
              <a:rPr lang="en-US" b="1" i="1" dirty="0" smtClean="0">
                <a:solidFill>
                  <a:srgbClr val="FF0000"/>
                </a:solidFill>
                <a:effectLst/>
              </a:rPr>
              <a:t> </a:t>
            </a:r>
            <a:br>
              <a:rPr lang="en-US" b="1" i="1" dirty="0" smtClean="0">
                <a:solidFill>
                  <a:srgbClr val="FF0000"/>
                </a:solidFill>
                <a:effectLst/>
              </a:rPr>
            </a:br>
            <a:r>
              <a:rPr lang="en-US" b="1" i="1" dirty="0" smtClean="0">
                <a:solidFill>
                  <a:srgbClr val="FF0000"/>
                </a:solidFill>
                <a:effectLst/>
              </a:rPr>
              <a:t>Ecosystems</a:t>
            </a:r>
          </a:p>
        </p:txBody>
      </p:sp>
    </p:spTree>
    <p:extLst>
      <p:ext uri="{BB962C8B-B14F-4D97-AF65-F5344CB8AC3E}">
        <p14:creationId xmlns:p14="http://schemas.microsoft.com/office/powerpoint/2010/main" val="7308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404664"/>
            <a:ext cx="8215064" cy="5832648"/>
          </a:xfrm>
        </p:spPr>
        <p:txBody>
          <a:bodyPr/>
          <a:lstStyle/>
          <a:p>
            <a:pPr marL="137160" indent="0" eaLnBrk="1" hangingPunct="1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What is “Community” ?</a:t>
            </a:r>
          </a:p>
          <a:p>
            <a:pPr eaLnBrk="1" hangingPunct="1"/>
            <a:endParaRPr lang="en-US" dirty="0" smtClean="0"/>
          </a:p>
          <a:p>
            <a:pPr marL="137160" indent="0" eaLnBrk="1" hangingPunct="1">
              <a:buNone/>
            </a:pPr>
            <a:r>
              <a:rPr lang="en-US" sz="3200" b="1" dirty="0" smtClean="0">
                <a:solidFill>
                  <a:schemeClr val="bg1"/>
                </a:solidFill>
              </a:rPr>
              <a:t>All the organisms that live together in a place is called a community.</a:t>
            </a:r>
          </a:p>
        </p:txBody>
      </p:sp>
      <p:pic>
        <p:nvPicPr>
          <p:cNvPr id="1026" name="Picture 2" descr="C:\Users\MIGSEN\Desktop\2-communityecology-100412111639-phpapp01-thumbnail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889571"/>
            <a:ext cx="5097302" cy="382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>
              <a:buNone/>
            </a:pP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</a:rPr>
              <a:t>What is “Co-evolution”</a:t>
            </a:r>
          </a:p>
          <a:p>
            <a:pPr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The plants, animals, </a:t>
            </a:r>
            <a:r>
              <a:rPr lang="en-US" dirty="0" err="1"/>
              <a:t>protists</a:t>
            </a:r>
            <a:r>
              <a:rPr lang="en-US" dirty="0"/>
              <a:t>, fungi bacteria </a:t>
            </a:r>
            <a:r>
              <a:rPr lang="en-US" dirty="0" err="1"/>
              <a:t>ect</a:t>
            </a:r>
            <a:r>
              <a:rPr lang="en-US" dirty="0"/>
              <a:t>. live together </a:t>
            </a:r>
            <a:r>
              <a:rPr lang="en-US" dirty="0" smtClean="0"/>
              <a:t> and  </a:t>
            </a:r>
            <a:r>
              <a:rPr lang="en-US" dirty="0"/>
              <a:t>have changed and adjusted to one another continually over a period of millions of years. </a:t>
            </a:r>
            <a:endParaRPr lang="en-US" dirty="0" smtClean="0"/>
          </a:p>
          <a:p>
            <a:pPr marL="13716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Such interactions are called coevolution</a:t>
            </a:r>
          </a:p>
        </p:txBody>
      </p:sp>
    </p:spTree>
    <p:extLst>
      <p:ext uri="{BB962C8B-B14F-4D97-AF65-F5344CB8AC3E}">
        <p14:creationId xmlns:p14="http://schemas.microsoft.com/office/powerpoint/2010/main" val="156265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664"/>
            <a:ext cx="8291264" cy="6048672"/>
          </a:xfrm>
        </p:spPr>
        <p:txBody>
          <a:bodyPr>
            <a:normAutofit/>
          </a:bodyPr>
          <a:lstStyle/>
          <a:p>
            <a:pPr marL="137160" indent="0" eaLnBrk="1" hangingPunct="1">
              <a:lnSpc>
                <a:spcPct val="90000"/>
              </a:lnSpc>
              <a:buNone/>
            </a:pPr>
            <a:endParaRPr lang="en-US" b="1" dirty="0" smtClean="0"/>
          </a:p>
          <a:p>
            <a:pPr marL="137160" indent="0" eaLnBrk="1" hangingPunct="1">
              <a:lnSpc>
                <a:spcPct val="90000"/>
              </a:lnSpc>
              <a:buNone/>
            </a:pPr>
            <a:r>
              <a:rPr lang="en-US" sz="3600" b="1" dirty="0" smtClean="0">
                <a:solidFill>
                  <a:srgbClr val="C00000"/>
                </a:solidFill>
              </a:rPr>
              <a:t>Symbiotic relationships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Are shown by two or more kinds of organisms live  in a place in  permanent relationships.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3600" b="1" dirty="0" smtClean="0">
                <a:solidFill>
                  <a:srgbClr val="002060"/>
                </a:solidFill>
              </a:rPr>
              <a:t>Kinds of symbiosis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FFC000"/>
                </a:solidFill>
              </a:rPr>
              <a:t>commensalisms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Mutualism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Parasitism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817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C00000"/>
                </a:solidFill>
                <a:effectLst/>
              </a:rPr>
              <a:t>Commensalism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This relationship gives benefits for one species and neither hurts nor helps the other.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b="1" dirty="0" smtClean="0">
                <a:solidFill>
                  <a:srgbClr val="7030A0"/>
                </a:solidFill>
              </a:rPr>
              <a:t>Individuals of one species 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is physically attached to members of another</a:t>
            </a:r>
            <a:r>
              <a:rPr lang="en-US" dirty="0" smtClean="0"/>
              <a:t>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b="1" dirty="0" smtClean="0">
                <a:solidFill>
                  <a:srgbClr val="C00000"/>
                </a:solidFill>
              </a:rPr>
              <a:t>Ex. Epiphytes – They are the plants that grow on the branches of other plants. 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b="1" dirty="0" smtClean="0">
                <a:solidFill>
                  <a:srgbClr val="FFC000"/>
                </a:solidFill>
              </a:rPr>
              <a:t>Host plant is unharmed and the epiphyte  benefits by having the substrate for growing. </a:t>
            </a:r>
          </a:p>
        </p:txBody>
      </p:sp>
    </p:spTree>
    <p:extLst>
      <p:ext uri="{BB962C8B-B14F-4D97-AF65-F5344CB8AC3E}">
        <p14:creationId xmlns:p14="http://schemas.microsoft.com/office/powerpoint/2010/main" val="238639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32657"/>
            <a:ext cx="4248472" cy="54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6021288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Orchid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5387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C00000"/>
                </a:solidFill>
                <a:effectLst/>
              </a:rPr>
              <a:t>Mutualism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496859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b="1" dirty="0" smtClean="0"/>
              <a:t>In this </a:t>
            </a:r>
            <a:r>
              <a:rPr lang="en-US" sz="2800" b="1" dirty="0" smtClean="0"/>
              <a:t> relationship  both species benefits.</a:t>
            </a:r>
          </a:p>
          <a:p>
            <a:pPr eaLnBrk="1" hangingPunct="1">
              <a:lnSpc>
                <a:spcPct val="90000"/>
              </a:lnSpc>
            </a:pPr>
            <a:endParaRPr lang="en-US" sz="2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>
                <a:solidFill>
                  <a:srgbClr val="FFC000"/>
                </a:solidFill>
              </a:rPr>
              <a:t>Ex. Ants and aphids</a:t>
            </a:r>
          </a:p>
          <a:p>
            <a:pPr eaLnBrk="1" hangingPunct="1">
              <a:lnSpc>
                <a:spcPct val="90000"/>
              </a:lnSpc>
            </a:pPr>
            <a:endParaRPr lang="en-US" sz="2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Aphids are small insects </a:t>
            </a:r>
            <a:r>
              <a:rPr lang="en-US" b="1" dirty="0" smtClean="0"/>
              <a:t>that </a:t>
            </a:r>
            <a:r>
              <a:rPr lang="en-US" sz="2800" b="1" dirty="0" smtClean="0"/>
              <a:t>suck fluids from the phloem of living plants with their piercing mouth parts. </a:t>
            </a:r>
          </a:p>
        </p:txBody>
      </p:sp>
    </p:spTree>
    <p:extLst>
      <p:ext uri="{BB962C8B-B14F-4D97-AF65-F5344CB8AC3E}">
        <p14:creationId xmlns:p14="http://schemas.microsoft.com/office/powerpoint/2010/main" val="3529053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664"/>
            <a:ext cx="8229600" cy="5904696"/>
          </a:xfrm>
        </p:spPr>
        <p:txBody>
          <a:bodyPr/>
          <a:lstStyle/>
          <a:p>
            <a:pPr eaLnBrk="1" hangingPunct="1"/>
            <a:r>
              <a:rPr lang="en-US" dirty="0" smtClean="0"/>
              <a:t>They excrete  them through their anus. </a:t>
            </a:r>
          </a:p>
          <a:p>
            <a:pPr marL="137160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b="1" dirty="0" smtClean="0">
                <a:solidFill>
                  <a:srgbClr val="7030A0"/>
                </a:solidFill>
              </a:rPr>
              <a:t>Ants carry the aphids to new plants and then consume the excreted materials of aphids as food.</a:t>
            </a:r>
          </a:p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So, Aphids get new plants and ants get food</a:t>
            </a:r>
          </a:p>
          <a:p>
            <a:pPr eaLnBrk="1" hangingPunct="1"/>
            <a:endParaRPr lang="en-US" b="1" dirty="0" smtClean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42779"/>
            <a:ext cx="3327020" cy="3327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598957"/>
            <a:ext cx="4876800" cy="301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096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b="1" dirty="0" smtClean="0">
                <a:solidFill>
                  <a:srgbClr val="C00000"/>
                </a:solidFill>
                <a:effectLst/>
              </a:rPr>
              <a:t/>
            </a:r>
            <a:br>
              <a:rPr lang="en-US" sz="4000" b="1" dirty="0" smtClean="0">
                <a:solidFill>
                  <a:srgbClr val="C00000"/>
                </a:solidFill>
                <a:effectLst/>
              </a:rPr>
            </a:br>
            <a:r>
              <a:rPr lang="en-US" sz="4000" b="1" dirty="0" smtClean="0">
                <a:solidFill>
                  <a:srgbClr val="C00000"/>
                </a:solidFill>
                <a:effectLst/>
              </a:rPr>
              <a:t>Parasitism</a:t>
            </a:r>
            <a:r>
              <a:rPr lang="en-US" sz="4000" dirty="0" smtClean="0">
                <a:solidFill>
                  <a:srgbClr val="C00000"/>
                </a:solidFill>
                <a:effectLst/>
              </a:rPr>
              <a:t/>
            </a:r>
            <a:br>
              <a:rPr lang="en-US" sz="4000" dirty="0" smtClean="0">
                <a:solidFill>
                  <a:srgbClr val="C00000"/>
                </a:solidFill>
                <a:effectLst/>
              </a:rPr>
            </a:br>
            <a:endParaRPr lang="en-US" sz="4000" dirty="0" smtClean="0">
              <a:solidFill>
                <a:srgbClr val="C00000"/>
              </a:solidFill>
              <a:effectLst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5040600"/>
          </a:xfrm>
        </p:spPr>
        <p:txBody>
          <a:bodyPr/>
          <a:lstStyle/>
          <a:p>
            <a:pPr eaLnBrk="1" hangingPunct="1"/>
            <a:r>
              <a:rPr lang="en-US" sz="3200" b="1" dirty="0" smtClean="0">
                <a:solidFill>
                  <a:srgbClr val="FFC000"/>
                </a:solidFill>
              </a:rPr>
              <a:t>The parasite is much smaller than the prey that closely associated with it.</a:t>
            </a:r>
          </a:p>
          <a:p>
            <a:pPr marL="137160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This relationship is harmful to the prey organism and beneficial to the parasite.</a:t>
            </a:r>
          </a:p>
          <a:p>
            <a:pPr marL="137160" indent="0" eaLnBrk="1" hangingPunct="1">
              <a:buNone/>
            </a:pPr>
            <a:endParaRPr lang="en-US" dirty="0" smtClean="0"/>
          </a:p>
          <a:p>
            <a:pPr marL="137160" indent="0" eaLnBrk="1" hangingPunct="1">
              <a:buNone/>
            </a:pPr>
            <a:r>
              <a:rPr lang="en-US" dirty="0" smtClean="0"/>
              <a:t>Ex. Lice</a:t>
            </a:r>
          </a:p>
          <a:p>
            <a:pPr marL="137160" indent="0" eaLnBrk="1" hangingPunct="1">
              <a:buNone/>
            </a:pPr>
            <a:r>
              <a:rPr lang="en-US" dirty="0" smtClean="0"/>
              <a:t>mites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65979"/>
            <a:ext cx="3310707" cy="2475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442" y="4509119"/>
            <a:ext cx="2804444" cy="1928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2012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16143</TotalTime>
  <Words>269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Apex</vt:lpstr>
      <vt:lpstr>GENERAL BIOLOGY fdn 1203</vt:lpstr>
      <vt:lpstr>Communities and   Ecosystems</vt:lpstr>
      <vt:lpstr>PowerPoint Presentation</vt:lpstr>
      <vt:lpstr>PowerPoint Presentation</vt:lpstr>
      <vt:lpstr>PowerPoint Presentation</vt:lpstr>
      <vt:lpstr>Commensalism</vt:lpstr>
      <vt:lpstr>PowerPoint Presentation</vt:lpstr>
      <vt:lpstr>Mutualism</vt:lpstr>
      <vt:lpstr>PowerPoint Presentation</vt:lpstr>
      <vt:lpstr> Parasitism 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Theja</cp:lastModifiedBy>
  <cp:revision>31</cp:revision>
  <dcterms:created xsi:type="dcterms:W3CDTF">2013-05-05T15:32:03Z</dcterms:created>
  <dcterms:modified xsi:type="dcterms:W3CDTF">2020-10-13T02:35:23Z</dcterms:modified>
</cp:coreProperties>
</file>